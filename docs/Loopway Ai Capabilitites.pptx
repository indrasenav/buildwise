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8" r:id="rId2"/>
    <p:sldId id="259" r:id="rId3"/>
    <p:sldId id="257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352"/>
    <p:restoredTop sz="95865"/>
  </p:normalViewPr>
  <p:slideViewPr>
    <p:cSldViewPr snapToGrid="0" snapToObjects="1">
      <p:cViewPr varScale="1">
        <p:scale>
          <a:sx n="119" d="100"/>
          <a:sy n="119" d="100"/>
        </p:scale>
        <p:origin x="216" y="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1671A1-9253-4941-B6BD-E48CDC36E0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5F2F68-BEC5-3C45-BDA1-2E89B6470C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724384-26E5-8B46-814D-F664F57176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89E94-24DA-4949-B9F4-6C420B0EFEDF}" type="datetimeFigureOut">
              <a:rPr lang="en-US" smtClean="0"/>
              <a:t>1/2/26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C6EC18-CAF8-014A-8DDC-28F5428B16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B0EF9E-66B1-5145-BCB2-BBD89BAEBB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7A648-FA05-2642-861C-6AD150F8FB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64772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0BA196-E849-AB42-8458-F758A59BDD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55F953-C90D-0A41-AC07-0E9724563E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65AFD-1888-E142-8536-9D115D66FE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89E94-24DA-4949-B9F4-6C420B0EFEDF}" type="datetimeFigureOut">
              <a:rPr lang="en-US" smtClean="0"/>
              <a:t>1/2/26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569914-302C-C642-B1FC-A8975F037F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26AFE2-A8F5-4740-A0DC-30721E0303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7A648-FA05-2642-861C-6AD150F8FB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58116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0BDB12-BD89-034E-9CF7-5E86CDF532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9E49E4-5A63-F340-A66B-029642D8BC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6F0197-8A32-9F48-95B4-04B9C1B5F4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89E94-24DA-4949-B9F4-6C420B0EFEDF}" type="datetimeFigureOut">
              <a:rPr lang="en-US" smtClean="0"/>
              <a:t>1/2/26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79AA2C-CFE5-514D-A172-601CF017EC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141A7F-5EE9-8C43-BAF0-A94599AA04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7A648-FA05-2642-861C-6AD150F8FB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03764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9443D0-DBBD-9C42-BA49-007399103C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E767C1-5AC0-6341-B994-1AA989CCBD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13DEF1-7697-9D43-B5AD-E7B8A7EDFB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8259E8-E733-2945-BB9B-E68CD143D0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89E94-24DA-4949-B9F4-6C420B0EFEDF}" type="datetimeFigureOut">
              <a:rPr lang="en-US" smtClean="0"/>
              <a:t>1/2/26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BE20FC-8B62-2A46-8C5F-134CB123A3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DBF1B8-9B23-F04C-A59A-D50FB9659C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7A648-FA05-2642-861C-6AD150F8FB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61347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0BC332-AAEC-264E-829E-4E1B09EEE5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EA0901-8558-0742-B3E0-BFB70AF226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00AA33-0653-E84B-8BC4-A9E692CDC1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3DAE31-539C-5B41-A4DF-589EA217BF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343D161-4388-B942-91A8-FDD87FC1FA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7347433-A05A-504E-9587-76025D4B02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89E94-24DA-4949-B9F4-6C420B0EFEDF}" type="datetimeFigureOut">
              <a:rPr lang="en-US" smtClean="0"/>
              <a:t>1/2/26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C21D78C-8B0D-D441-BEC7-087498F136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ADB6964-9EE5-394A-9246-EB5F9370D6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7A648-FA05-2642-861C-6AD150F8FB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14284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3F82E1-2786-AD41-9AFE-83E74D8998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5CDFE9-22E9-704E-9B4F-2B050DC1C7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89E94-24DA-4949-B9F4-6C420B0EFEDF}" type="datetimeFigureOut">
              <a:rPr lang="en-US" smtClean="0"/>
              <a:t>1/2/26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21B59A-2B40-DE47-A75E-095EE50322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41CB4D-1F26-4643-9E8E-D36D6D836E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7A648-FA05-2642-861C-6AD150F8FB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7980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FDB9E08-E3CE-7E44-AD56-30F1758AF1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89E94-24DA-4949-B9F4-6C420B0EFEDF}" type="datetimeFigureOut">
              <a:rPr lang="en-US" smtClean="0"/>
              <a:t>1/2/26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FA20781-96F1-FE41-BE3C-1D24E0C9ED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36C2EE-C415-544D-B412-F9D578930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7A648-FA05-2642-861C-6AD150F8FB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38644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26A8CD-F3C8-A64C-AC8E-8DEFA6D98B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E75649-FA96-AD40-A57A-0F5FC33C03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4487F2-9527-B343-A695-04EC6EB113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630644-1E63-0548-B639-4CCD227322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89E94-24DA-4949-B9F4-6C420B0EFEDF}" type="datetimeFigureOut">
              <a:rPr lang="en-US" smtClean="0"/>
              <a:t>1/2/26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834EB1-182F-D64F-B6C3-342110D48D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9F4DAC-45C3-974D-8323-DF98900DB3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7A648-FA05-2642-861C-6AD150F8FB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0988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94A53-4909-7F44-B7E9-2CF1EA4EC3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2ED07CA-FD09-624E-B486-8C63B6DD7B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6C17C3-1AAE-544B-A137-564AB7986D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B3C490-F182-F942-9DFD-AEE4E168B6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89E94-24DA-4949-B9F4-6C420B0EFEDF}" type="datetimeFigureOut">
              <a:rPr lang="en-US" smtClean="0"/>
              <a:t>1/2/26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28C3E6-CC9D-4D40-A877-FBE00ECF28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01AA37-D43B-214A-AB74-EF80025724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7A648-FA05-2642-861C-6AD150F8FB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06055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B5A651-81B8-DB46-918C-F340C58349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12A05F-31F2-6B48-A09F-67A3F5E38F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79219F-C166-0A4B-A60F-111D290C92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89E94-24DA-4949-B9F4-6C420B0EFEDF}" type="datetimeFigureOut">
              <a:rPr lang="en-US" smtClean="0"/>
              <a:t>1/2/26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72168A-0728-3E44-828C-E77AC747B2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6F6298-40CA-154F-861A-DAED09B83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7A648-FA05-2642-861C-6AD150F8FB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66751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C8F81AC-7CE4-C84C-8761-308134E10B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519DFA-5BA9-654F-996E-575C10C8DE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73DF92-5229-A74A-8083-939747984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89E94-24DA-4949-B9F4-6C420B0EFEDF}" type="datetimeFigureOut">
              <a:rPr lang="en-US" smtClean="0"/>
              <a:t>1/2/26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45C350-6389-A04F-B3B0-E47E44B4E8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3F5FF8-0D65-AB45-A5A8-B882380DA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7A648-FA05-2642-861C-6AD150F8FB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67053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0050612-E2E2-904C-BA21-086B87673F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C65486-D9C0-8C4C-AEC0-4D028BBF3C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6E033D-1F05-3D40-A042-6A816CE8FD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A89E94-24DA-4949-B9F4-6C420B0EFEDF}" type="datetimeFigureOut">
              <a:rPr lang="en-US" smtClean="0"/>
              <a:t>1/2/26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F77BBE-2A95-EE4D-988C-C8456F026B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E75874-8015-D844-B9C8-E4072FD615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B7A648-FA05-2642-861C-6AD150F8FB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76143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Loopway AI – Applied AI Platforms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Enterprise-grade AI systems for real-world </a:t>
            </a:r>
            <a:r>
              <a:rPr lang="en-US" dirty="0"/>
              <a:t>applications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Our AI Portfolio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BuildWise</a:t>
            </a:r>
            <a:r>
              <a:rPr dirty="0"/>
              <a:t> – </a:t>
            </a:r>
            <a:r>
              <a:rPr lang="en-IN" dirty="0"/>
              <a:t>AI-Enabled Construction Planning &amp; Decision Assistant</a:t>
            </a:r>
            <a:endParaRPr dirty="0"/>
          </a:p>
          <a:p>
            <a:r>
              <a:rPr dirty="0" err="1"/>
              <a:t>Nex</a:t>
            </a:r>
            <a:r>
              <a:rPr lang="en-US" dirty="0" err="1"/>
              <a:t>S</a:t>
            </a:r>
            <a:r>
              <a:rPr dirty="0" err="1"/>
              <a:t>ense</a:t>
            </a:r>
            <a:r>
              <a:rPr dirty="0"/>
              <a:t> – Smart City &amp; Infrastructure Intelligence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FB743F8B-1673-1047-82ED-830447C2B2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31838"/>
            <a:ext cx="10515600" cy="5445125"/>
          </a:xfrm>
        </p:spPr>
        <p:txBody>
          <a:bodyPr/>
          <a:lstStyle/>
          <a:p>
            <a:pPr marL="12700">
              <a:lnSpc>
                <a:spcPct val="100000"/>
              </a:lnSpc>
              <a:spcBef>
                <a:spcPts val="1045"/>
              </a:spcBef>
            </a:pPr>
            <a:r>
              <a:rPr lang="en-IN" sz="2800" b="1" dirty="0">
                <a:solidFill>
                  <a:srgbClr val="4F80BC"/>
                </a:solidFill>
                <a:latin typeface="Calibri"/>
                <a:cs typeface="Calibri"/>
              </a:rPr>
              <a:t>Bu</a:t>
            </a:r>
            <a:r>
              <a:rPr lang="en-IN" sz="2800" b="1" spc="-10" dirty="0">
                <a:solidFill>
                  <a:srgbClr val="4F80BC"/>
                </a:solidFill>
                <a:latin typeface="Calibri"/>
                <a:cs typeface="Calibri"/>
              </a:rPr>
              <a:t>i</a:t>
            </a:r>
            <a:r>
              <a:rPr lang="en-IN" sz="2800" b="1" dirty="0">
                <a:solidFill>
                  <a:srgbClr val="4F80BC"/>
                </a:solidFill>
                <a:latin typeface="Calibri"/>
                <a:cs typeface="Calibri"/>
              </a:rPr>
              <a:t>ld</a:t>
            </a:r>
            <a:r>
              <a:rPr lang="en-IN" sz="2800" b="1" spc="-15" dirty="0">
                <a:solidFill>
                  <a:srgbClr val="4F80BC"/>
                </a:solidFill>
                <a:latin typeface="Calibri"/>
                <a:cs typeface="Calibri"/>
              </a:rPr>
              <a:t>W</a:t>
            </a:r>
            <a:r>
              <a:rPr lang="en-IN" sz="2800" b="1" dirty="0">
                <a:solidFill>
                  <a:srgbClr val="4F80BC"/>
                </a:solidFill>
                <a:latin typeface="Calibri"/>
                <a:cs typeface="Calibri"/>
              </a:rPr>
              <a:t>i</a:t>
            </a:r>
            <a:r>
              <a:rPr lang="en-IN" sz="2800" b="1" spc="5" dirty="0">
                <a:solidFill>
                  <a:srgbClr val="4F80BC"/>
                </a:solidFill>
                <a:latin typeface="Calibri"/>
                <a:cs typeface="Calibri"/>
              </a:rPr>
              <a:t>s</a:t>
            </a:r>
            <a:r>
              <a:rPr lang="en-IN" sz="2800" b="1" dirty="0">
                <a:solidFill>
                  <a:srgbClr val="4F80BC"/>
                </a:solidFill>
                <a:latin typeface="Calibri"/>
                <a:cs typeface="Calibri"/>
              </a:rPr>
              <a:t>e</a:t>
            </a:r>
            <a:r>
              <a:rPr lang="en-IN" sz="2800" b="1" spc="-35" dirty="0">
                <a:solidFill>
                  <a:srgbClr val="4F80BC"/>
                </a:solidFill>
                <a:latin typeface="Times New Roman"/>
                <a:cs typeface="Times New Roman"/>
              </a:rPr>
              <a:t> </a:t>
            </a:r>
            <a:r>
              <a:rPr lang="en-IN" sz="2800" b="1" dirty="0">
                <a:solidFill>
                  <a:srgbClr val="4F80BC"/>
                </a:solidFill>
                <a:latin typeface="Calibri"/>
                <a:cs typeface="Calibri"/>
              </a:rPr>
              <a:t>—</a:t>
            </a:r>
            <a:r>
              <a:rPr lang="en-IN" sz="2800" b="1" spc="-5" dirty="0">
                <a:solidFill>
                  <a:srgbClr val="4F80BC"/>
                </a:solidFill>
                <a:latin typeface="Calibri"/>
                <a:cs typeface="Calibri"/>
              </a:rPr>
              <a:t> </a:t>
            </a:r>
            <a:r>
              <a:rPr lang="en-IN" sz="2800" b="1" dirty="0">
                <a:solidFill>
                  <a:srgbClr val="4F80BC"/>
                </a:solidFill>
                <a:latin typeface="Calibri"/>
                <a:cs typeface="Calibri"/>
              </a:rPr>
              <a:t>A</a:t>
            </a:r>
            <a:r>
              <a:rPr lang="en-IN" sz="2800" b="1" spc="-5" dirty="0">
                <a:solidFill>
                  <a:srgbClr val="4F80BC"/>
                </a:solidFill>
                <a:latin typeface="Calibri"/>
                <a:cs typeface="Calibri"/>
              </a:rPr>
              <a:t>I</a:t>
            </a:r>
            <a:r>
              <a:rPr lang="en-IN" sz="2800" b="1" spc="-10" dirty="0">
                <a:solidFill>
                  <a:srgbClr val="4F80BC"/>
                </a:solidFill>
                <a:latin typeface="Calibri"/>
                <a:cs typeface="Calibri"/>
              </a:rPr>
              <a:t>-</a:t>
            </a:r>
            <a:r>
              <a:rPr lang="en-IN" sz="2800" b="1" dirty="0">
                <a:solidFill>
                  <a:srgbClr val="4F80BC"/>
                </a:solidFill>
                <a:latin typeface="Calibri"/>
                <a:cs typeface="Calibri"/>
              </a:rPr>
              <a:t>En</a:t>
            </a:r>
            <a:r>
              <a:rPr lang="en-IN" sz="2800" b="1" spc="-10" dirty="0">
                <a:solidFill>
                  <a:srgbClr val="4F80BC"/>
                </a:solidFill>
                <a:latin typeface="Calibri"/>
                <a:cs typeface="Calibri"/>
              </a:rPr>
              <a:t>ab</a:t>
            </a:r>
            <a:r>
              <a:rPr lang="en-IN" sz="2800" b="1" dirty="0">
                <a:solidFill>
                  <a:srgbClr val="4F80BC"/>
                </a:solidFill>
                <a:latin typeface="Calibri"/>
                <a:cs typeface="Calibri"/>
              </a:rPr>
              <a:t>led</a:t>
            </a:r>
            <a:r>
              <a:rPr lang="en-IN" sz="2800" b="1" spc="-35" dirty="0">
                <a:solidFill>
                  <a:srgbClr val="4F80BC"/>
                </a:solidFill>
                <a:latin typeface="Times New Roman"/>
                <a:cs typeface="Times New Roman"/>
              </a:rPr>
              <a:t> </a:t>
            </a:r>
            <a:r>
              <a:rPr lang="en-IN" sz="2800" b="1" spc="-5" dirty="0">
                <a:solidFill>
                  <a:srgbClr val="4F80BC"/>
                </a:solidFill>
                <a:latin typeface="Calibri"/>
                <a:cs typeface="Calibri"/>
              </a:rPr>
              <a:t>C</a:t>
            </a:r>
            <a:r>
              <a:rPr lang="en-IN" sz="2800" b="1" spc="-15" dirty="0">
                <a:solidFill>
                  <a:srgbClr val="4F80BC"/>
                </a:solidFill>
                <a:latin typeface="Calibri"/>
                <a:cs typeface="Calibri"/>
              </a:rPr>
              <a:t>o</a:t>
            </a:r>
            <a:r>
              <a:rPr lang="en-IN" sz="2800" b="1" dirty="0">
                <a:solidFill>
                  <a:srgbClr val="4F80BC"/>
                </a:solidFill>
                <a:latin typeface="Calibri"/>
                <a:cs typeface="Calibri"/>
              </a:rPr>
              <a:t>n</a:t>
            </a:r>
            <a:r>
              <a:rPr lang="en-IN" sz="2800" b="1" spc="-10" dirty="0">
                <a:solidFill>
                  <a:srgbClr val="4F80BC"/>
                </a:solidFill>
                <a:latin typeface="Calibri"/>
                <a:cs typeface="Calibri"/>
              </a:rPr>
              <a:t>s</a:t>
            </a:r>
            <a:r>
              <a:rPr lang="en-IN" sz="2800" b="1" dirty="0">
                <a:solidFill>
                  <a:srgbClr val="4F80BC"/>
                </a:solidFill>
                <a:latin typeface="Calibri"/>
                <a:cs typeface="Calibri"/>
              </a:rPr>
              <a:t>tr</a:t>
            </a:r>
            <a:r>
              <a:rPr lang="en-IN" sz="2800" b="1" spc="-10" dirty="0">
                <a:solidFill>
                  <a:srgbClr val="4F80BC"/>
                </a:solidFill>
                <a:latin typeface="Calibri"/>
                <a:cs typeface="Calibri"/>
              </a:rPr>
              <a:t>u</a:t>
            </a:r>
            <a:r>
              <a:rPr lang="en-IN" sz="2800" b="1" spc="-5" dirty="0">
                <a:solidFill>
                  <a:srgbClr val="4F80BC"/>
                </a:solidFill>
                <a:latin typeface="Calibri"/>
                <a:cs typeface="Calibri"/>
              </a:rPr>
              <a:t>c</a:t>
            </a:r>
            <a:r>
              <a:rPr lang="en-IN" sz="2800" b="1" spc="-10" dirty="0">
                <a:solidFill>
                  <a:srgbClr val="4F80BC"/>
                </a:solidFill>
                <a:latin typeface="Calibri"/>
                <a:cs typeface="Calibri"/>
              </a:rPr>
              <a:t>t</a:t>
            </a:r>
            <a:r>
              <a:rPr lang="en-IN" sz="2800" b="1" dirty="0">
                <a:solidFill>
                  <a:srgbClr val="4F80BC"/>
                </a:solidFill>
                <a:latin typeface="Calibri"/>
                <a:cs typeface="Calibri"/>
              </a:rPr>
              <a:t>ion</a:t>
            </a:r>
            <a:r>
              <a:rPr lang="en-IN" sz="2800" b="1" spc="-35" dirty="0">
                <a:solidFill>
                  <a:srgbClr val="4F80BC"/>
                </a:solidFill>
                <a:latin typeface="Times New Roman"/>
                <a:cs typeface="Times New Roman"/>
              </a:rPr>
              <a:t> </a:t>
            </a:r>
            <a:r>
              <a:rPr lang="en-IN" sz="2800" b="1" spc="-5" dirty="0">
                <a:solidFill>
                  <a:srgbClr val="4F80BC"/>
                </a:solidFill>
                <a:latin typeface="Calibri"/>
                <a:cs typeface="Calibri"/>
              </a:rPr>
              <a:t>Pl</a:t>
            </a:r>
            <a:r>
              <a:rPr lang="en-IN" sz="2800" b="1" spc="-10" dirty="0">
                <a:solidFill>
                  <a:srgbClr val="4F80BC"/>
                </a:solidFill>
                <a:latin typeface="Calibri"/>
                <a:cs typeface="Calibri"/>
              </a:rPr>
              <a:t>a</a:t>
            </a:r>
            <a:r>
              <a:rPr lang="en-IN" sz="2800" b="1" dirty="0">
                <a:solidFill>
                  <a:srgbClr val="4F80BC"/>
                </a:solidFill>
                <a:latin typeface="Calibri"/>
                <a:cs typeface="Calibri"/>
              </a:rPr>
              <a:t>nn</a:t>
            </a:r>
            <a:r>
              <a:rPr lang="en-IN" sz="2800" b="1" spc="-10" dirty="0">
                <a:solidFill>
                  <a:srgbClr val="4F80BC"/>
                </a:solidFill>
                <a:latin typeface="Calibri"/>
                <a:cs typeface="Calibri"/>
              </a:rPr>
              <a:t>i</a:t>
            </a:r>
            <a:r>
              <a:rPr lang="en-IN" sz="2800" b="1" dirty="0">
                <a:solidFill>
                  <a:srgbClr val="4F80BC"/>
                </a:solidFill>
                <a:latin typeface="Calibri"/>
                <a:cs typeface="Calibri"/>
              </a:rPr>
              <a:t>ng</a:t>
            </a:r>
            <a:r>
              <a:rPr lang="en-IN" sz="2800" b="1" spc="-35" dirty="0">
                <a:solidFill>
                  <a:srgbClr val="4F80BC"/>
                </a:solidFill>
                <a:latin typeface="Times New Roman"/>
                <a:cs typeface="Times New Roman"/>
              </a:rPr>
              <a:t> </a:t>
            </a:r>
            <a:r>
              <a:rPr lang="en-IN" sz="2800" b="1" dirty="0">
                <a:solidFill>
                  <a:srgbClr val="4F80BC"/>
                </a:solidFill>
                <a:latin typeface="Calibri"/>
                <a:cs typeface="Calibri"/>
              </a:rPr>
              <a:t>&amp;</a:t>
            </a:r>
            <a:r>
              <a:rPr lang="en-IN" sz="2800" b="1" spc="-45" dirty="0">
                <a:solidFill>
                  <a:srgbClr val="4F80BC"/>
                </a:solidFill>
                <a:latin typeface="Times New Roman"/>
                <a:cs typeface="Times New Roman"/>
              </a:rPr>
              <a:t> </a:t>
            </a:r>
            <a:r>
              <a:rPr lang="en-IN" sz="2800" b="1" spc="-5" dirty="0">
                <a:solidFill>
                  <a:srgbClr val="4F80BC"/>
                </a:solidFill>
                <a:latin typeface="Calibri"/>
                <a:cs typeface="Calibri"/>
              </a:rPr>
              <a:t>D</a:t>
            </a:r>
            <a:r>
              <a:rPr lang="en-IN" sz="2800" b="1" dirty="0">
                <a:solidFill>
                  <a:srgbClr val="4F80BC"/>
                </a:solidFill>
                <a:latin typeface="Calibri"/>
                <a:cs typeface="Calibri"/>
              </a:rPr>
              <a:t>e</a:t>
            </a:r>
            <a:r>
              <a:rPr lang="en-IN" sz="2800" b="1" spc="-5" dirty="0">
                <a:solidFill>
                  <a:srgbClr val="4F80BC"/>
                </a:solidFill>
                <a:latin typeface="Calibri"/>
                <a:cs typeface="Calibri"/>
              </a:rPr>
              <a:t>c</a:t>
            </a:r>
            <a:r>
              <a:rPr lang="en-IN" sz="2800" b="1" spc="-10" dirty="0">
                <a:solidFill>
                  <a:srgbClr val="4F80BC"/>
                </a:solidFill>
                <a:latin typeface="Calibri"/>
                <a:cs typeface="Calibri"/>
              </a:rPr>
              <a:t>i</a:t>
            </a:r>
            <a:r>
              <a:rPr lang="en-IN" sz="2800" b="1" dirty="0">
                <a:solidFill>
                  <a:srgbClr val="4F80BC"/>
                </a:solidFill>
                <a:latin typeface="Calibri"/>
                <a:cs typeface="Calibri"/>
              </a:rPr>
              <a:t>s</a:t>
            </a:r>
            <a:r>
              <a:rPr lang="en-IN" sz="2800" b="1" spc="-5" dirty="0">
                <a:solidFill>
                  <a:srgbClr val="4F80BC"/>
                </a:solidFill>
                <a:latin typeface="Calibri"/>
                <a:cs typeface="Calibri"/>
              </a:rPr>
              <a:t>i</a:t>
            </a:r>
            <a:r>
              <a:rPr lang="en-IN" sz="2800" b="1" dirty="0">
                <a:solidFill>
                  <a:srgbClr val="4F80BC"/>
                </a:solidFill>
                <a:latin typeface="Calibri"/>
                <a:cs typeface="Calibri"/>
              </a:rPr>
              <a:t>on</a:t>
            </a:r>
            <a:r>
              <a:rPr lang="en-IN" sz="2800" b="1" spc="-35" dirty="0">
                <a:solidFill>
                  <a:srgbClr val="4F80BC"/>
                </a:solidFill>
                <a:latin typeface="Times New Roman"/>
                <a:cs typeface="Times New Roman"/>
              </a:rPr>
              <a:t> </a:t>
            </a:r>
            <a:r>
              <a:rPr lang="en-IN" sz="2800" b="1" dirty="0">
                <a:solidFill>
                  <a:srgbClr val="4F80BC"/>
                </a:solidFill>
                <a:latin typeface="Calibri"/>
                <a:cs typeface="Calibri"/>
              </a:rPr>
              <a:t>A</a:t>
            </a:r>
            <a:r>
              <a:rPr lang="en-IN" sz="2800" b="1" spc="-10" dirty="0">
                <a:solidFill>
                  <a:srgbClr val="4F80BC"/>
                </a:solidFill>
                <a:latin typeface="Calibri"/>
                <a:cs typeface="Calibri"/>
              </a:rPr>
              <a:t>ss</a:t>
            </a:r>
            <a:r>
              <a:rPr lang="en-IN" sz="2800" b="1" dirty="0">
                <a:solidFill>
                  <a:srgbClr val="4F80BC"/>
                </a:solidFill>
                <a:latin typeface="Calibri"/>
                <a:cs typeface="Calibri"/>
              </a:rPr>
              <a:t>i</a:t>
            </a:r>
            <a:r>
              <a:rPr lang="en-IN" sz="2800" b="1" spc="5" dirty="0">
                <a:solidFill>
                  <a:srgbClr val="4F80BC"/>
                </a:solidFill>
                <a:latin typeface="Calibri"/>
                <a:cs typeface="Calibri"/>
              </a:rPr>
              <a:t>s</a:t>
            </a:r>
            <a:r>
              <a:rPr lang="en-IN" sz="2800" b="1" spc="-10" dirty="0">
                <a:solidFill>
                  <a:srgbClr val="4F80BC"/>
                </a:solidFill>
                <a:latin typeface="Calibri"/>
                <a:cs typeface="Calibri"/>
              </a:rPr>
              <a:t>t</a:t>
            </a:r>
            <a:r>
              <a:rPr lang="en-IN" sz="2800" b="1" dirty="0">
                <a:solidFill>
                  <a:srgbClr val="4F80BC"/>
                </a:solidFill>
                <a:latin typeface="Calibri"/>
                <a:cs typeface="Calibri"/>
              </a:rPr>
              <a:t>a</a:t>
            </a:r>
            <a:r>
              <a:rPr lang="en-IN" sz="2800" b="1" spc="-10" dirty="0">
                <a:solidFill>
                  <a:srgbClr val="4F80BC"/>
                </a:solidFill>
                <a:latin typeface="Calibri"/>
                <a:cs typeface="Calibri"/>
              </a:rPr>
              <a:t>n</a:t>
            </a:r>
            <a:r>
              <a:rPr lang="en-IN" sz="2800" b="1" dirty="0">
                <a:solidFill>
                  <a:srgbClr val="4F80BC"/>
                </a:solidFill>
                <a:latin typeface="Calibri"/>
                <a:cs typeface="Calibri"/>
              </a:rPr>
              <a:t>t</a:t>
            </a:r>
            <a:endParaRPr lang="en-IN" sz="2800" dirty="0">
              <a:latin typeface="Calibri"/>
              <a:cs typeface="Calibri"/>
            </a:endParaRPr>
          </a:p>
          <a:p>
            <a:pPr marL="12700" marR="5080">
              <a:lnSpc>
                <a:spcPct val="97600"/>
              </a:lnSpc>
              <a:spcBef>
                <a:spcPts val="975"/>
              </a:spcBef>
            </a:pPr>
            <a:r>
              <a:rPr lang="en-IN" sz="2400" spc="-5" dirty="0">
                <a:latin typeface="Cambria"/>
                <a:cs typeface="Cambria"/>
              </a:rPr>
              <a:t>Buil</a:t>
            </a:r>
            <a:r>
              <a:rPr lang="en-IN" sz="2400" dirty="0">
                <a:latin typeface="Cambria"/>
                <a:cs typeface="Cambria"/>
              </a:rPr>
              <a:t>d</a:t>
            </a:r>
            <a:r>
              <a:rPr lang="en-IN" sz="2400" spc="-15" dirty="0">
                <a:latin typeface="Cambria"/>
                <a:cs typeface="Cambria"/>
              </a:rPr>
              <a:t>Wis</a:t>
            </a:r>
            <a:r>
              <a:rPr lang="en-IN" sz="2400" spc="-10" dirty="0">
                <a:latin typeface="Cambria"/>
                <a:cs typeface="Cambria"/>
              </a:rPr>
              <a:t>e</a:t>
            </a:r>
            <a:r>
              <a:rPr lang="en-IN" sz="2400" spc="-35" dirty="0">
                <a:latin typeface="Times New Roman"/>
                <a:cs typeface="Times New Roman"/>
              </a:rPr>
              <a:t> </a:t>
            </a:r>
            <a:r>
              <a:rPr lang="en-IN" sz="2400" spc="-5" dirty="0">
                <a:latin typeface="Cambria"/>
                <a:cs typeface="Cambria"/>
              </a:rPr>
              <a:t>is</a:t>
            </a:r>
            <a:r>
              <a:rPr lang="en-IN" sz="2400" spc="-40" dirty="0">
                <a:latin typeface="Times New Roman"/>
                <a:cs typeface="Times New Roman"/>
              </a:rPr>
              <a:t> </a:t>
            </a:r>
            <a:r>
              <a:rPr lang="en-IN" sz="2400" dirty="0">
                <a:latin typeface="Cambria"/>
                <a:cs typeface="Cambria"/>
              </a:rPr>
              <a:t>an</a:t>
            </a:r>
            <a:r>
              <a:rPr lang="en-IN" sz="2400" spc="-40" dirty="0">
                <a:latin typeface="Times New Roman"/>
                <a:cs typeface="Times New Roman"/>
              </a:rPr>
              <a:t> </a:t>
            </a:r>
            <a:r>
              <a:rPr lang="en-IN" sz="2400" dirty="0">
                <a:latin typeface="Cambria"/>
                <a:cs typeface="Cambria"/>
              </a:rPr>
              <a:t>A</a:t>
            </a:r>
            <a:r>
              <a:rPr lang="en-IN" sz="2400" spc="-5" dirty="0">
                <a:latin typeface="Cambria"/>
                <a:cs typeface="Cambria"/>
              </a:rPr>
              <a:t>I-d</a:t>
            </a:r>
            <a:r>
              <a:rPr lang="en-IN" sz="2400" spc="-10" dirty="0">
                <a:latin typeface="Cambria"/>
                <a:cs typeface="Cambria"/>
              </a:rPr>
              <a:t>riven</a:t>
            </a:r>
            <a:r>
              <a:rPr lang="en-IN" sz="2400" spc="-40" dirty="0">
                <a:latin typeface="Times New Roman"/>
                <a:cs typeface="Times New Roman"/>
              </a:rPr>
              <a:t> </a:t>
            </a:r>
            <a:r>
              <a:rPr lang="en-IN" sz="2400" spc="5" dirty="0">
                <a:latin typeface="Cambria"/>
                <a:cs typeface="Cambria"/>
              </a:rPr>
              <a:t>p</a:t>
            </a:r>
            <a:r>
              <a:rPr lang="en-IN" sz="2400" spc="-5" dirty="0">
                <a:latin typeface="Cambria"/>
                <a:cs typeface="Cambria"/>
              </a:rPr>
              <a:t>la</a:t>
            </a:r>
            <a:r>
              <a:rPr lang="en-IN" sz="2400" dirty="0">
                <a:latin typeface="Cambria"/>
                <a:cs typeface="Cambria"/>
              </a:rPr>
              <a:t>t</a:t>
            </a:r>
            <a:r>
              <a:rPr lang="en-IN" sz="2400" spc="-5" dirty="0">
                <a:latin typeface="Cambria"/>
                <a:cs typeface="Cambria"/>
              </a:rPr>
              <a:t>f</a:t>
            </a:r>
            <a:r>
              <a:rPr lang="en-IN" sz="2400" spc="-15" dirty="0">
                <a:latin typeface="Cambria"/>
                <a:cs typeface="Cambria"/>
              </a:rPr>
              <a:t>or</a:t>
            </a:r>
            <a:r>
              <a:rPr lang="en-IN" sz="2400" dirty="0">
                <a:latin typeface="Cambria"/>
                <a:cs typeface="Cambria"/>
              </a:rPr>
              <a:t>m</a:t>
            </a:r>
            <a:r>
              <a:rPr lang="en-IN" sz="2400" spc="-40" dirty="0">
                <a:latin typeface="Times New Roman"/>
                <a:cs typeface="Times New Roman"/>
              </a:rPr>
              <a:t> </a:t>
            </a:r>
            <a:r>
              <a:rPr lang="en-IN" sz="2400" spc="-5" dirty="0">
                <a:latin typeface="Cambria"/>
                <a:cs typeface="Cambria"/>
              </a:rPr>
              <a:t>tha</a:t>
            </a:r>
            <a:r>
              <a:rPr lang="en-IN" sz="2400" dirty="0">
                <a:latin typeface="Cambria"/>
                <a:cs typeface="Cambria"/>
              </a:rPr>
              <a:t>t</a:t>
            </a:r>
            <a:r>
              <a:rPr lang="en-IN" sz="2400" spc="-35" dirty="0">
                <a:latin typeface="Times New Roman"/>
                <a:cs typeface="Times New Roman"/>
              </a:rPr>
              <a:t> </a:t>
            </a:r>
            <a:r>
              <a:rPr lang="en-IN" sz="2400" dirty="0">
                <a:latin typeface="Cambria"/>
                <a:cs typeface="Cambria"/>
              </a:rPr>
              <a:t>help</a:t>
            </a:r>
            <a:r>
              <a:rPr lang="en-IN" sz="2400" spc="-10" dirty="0">
                <a:latin typeface="Cambria"/>
                <a:cs typeface="Cambria"/>
              </a:rPr>
              <a:t>s</a:t>
            </a:r>
            <a:r>
              <a:rPr lang="en-IN" sz="2400" spc="-40" dirty="0">
                <a:latin typeface="Times New Roman"/>
                <a:cs typeface="Times New Roman"/>
              </a:rPr>
              <a:t> </a:t>
            </a:r>
            <a:r>
              <a:rPr lang="en-IN" sz="2400" spc="-10" dirty="0">
                <a:latin typeface="Cambria"/>
                <a:cs typeface="Cambria"/>
              </a:rPr>
              <a:t>b</a:t>
            </a:r>
            <a:r>
              <a:rPr lang="en-IN" sz="2400" spc="-5" dirty="0">
                <a:latin typeface="Cambria"/>
                <a:cs typeface="Cambria"/>
              </a:rPr>
              <a:t>uil</a:t>
            </a:r>
            <a:r>
              <a:rPr lang="en-IN" sz="2400" dirty="0">
                <a:latin typeface="Cambria"/>
                <a:cs typeface="Cambria"/>
              </a:rPr>
              <a:t>d</a:t>
            </a:r>
            <a:r>
              <a:rPr lang="en-IN" sz="2400" spc="-5" dirty="0">
                <a:latin typeface="Cambria"/>
                <a:cs typeface="Cambria"/>
              </a:rPr>
              <a:t>ers,</a:t>
            </a:r>
            <a:r>
              <a:rPr lang="en-IN" sz="2400" spc="-40" dirty="0">
                <a:latin typeface="Times New Roman"/>
                <a:cs typeface="Times New Roman"/>
              </a:rPr>
              <a:t> </a:t>
            </a:r>
            <a:r>
              <a:rPr lang="en-IN" sz="2400" spc="5" dirty="0">
                <a:latin typeface="Cambria"/>
                <a:cs typeface="Cambria"/>
              </a:rPr>
              <a:t>p</a:t>
            </a:r>
            <a:r>
              <a:rPr lang="en-IN" sz="2400" spc="-5" dirty="0">
                <a:latin typeface="Cambria"/>
                <a:cs typeface="Cambria"/>
              </a:rPr>
              <a:t>lan</a:t>
            </a:r>
            <a:r>
              <a:rPr lang="en-IN" sz="2400" spc="-10" dirty="0">
                <a:latin typeface="Cambria"/>
                <a:cs typeface="Cambria"/>
              </a:rPr>
              <a:t>n</a:t>
            </a:r>
            <a:r>
              <a:rPr lang="en-IN" sz="2400" spc="-5" dirty="0">
                <a:latin typeface="Cambria"/>
                <a:cs typeface="Cambria"/>
              </a:rPr>
              <a:t>ers,</a:t>
            </a:r>
            <a:r>
              <a:rPr lang="en-IN" sz="2400" spc="-40" dirty="0">
                <a:latin typeface="Times New Roman"/>
                <a:cs typeface="Times New Roman"/>
              </a:rPr>
              <a:t> </a:t>
            </a:r>
            <a:r>
              <a:rPr lang="en-IN" sz="2400" dirty="0">
                <a:latin typeface="Cambria"/>
                <a:cs typeface="Cambria"/>
              </a:rPr>
              <a:t>a</a:t>
            </a:r>
            <a:r>
              <a:rPr lang="en-IN" sz="2400" spc="-10" dirty="0">
                <a:latin typeface="Cambria"/>
                <a:cs typeface="Cambria"/>
              </a:rPr>
              <a:t>nd</a:t>
            </a:r>
            <a:r>
              <a:rPr lang="en-IN" sz="2400" spc="-35" dirty="0">
                <a:latin typeface="Times New Roman"/>
                <a:cs typeface="Times New Roman"/>
              </a:rPr>
              <a:t> </a:t>
            </a:r>
            <a:r>
              <a:rPr lang="en-IN" sz="2400" spc="-10" dirty="0">
                <a:latin typeface="Cambria"/>
                <a:cs typeface="Cambria"/>
              </a:rPr>
              <a:t>tra</a:t>
            </a:r>
            <a:r>
              <a:rPr lang="en-IN" sz="2400" spc="-5" dirty="0">
                <a:latin typeface="Cambria"/>
                <a:cs typeface="Cambria"/>
              </a:rPr>
              <a:t>d</a:t>
            </a:r>
            <a:r>
              <a:rPr lang="en-IN" sz="2400" spc="-10" dirty="0">
                <a:latin typeface="Cambria"/>
                <a:cs typeface="Cambria"/>
              </a:rPr>
              <a:t>e</a:t>
            </a:r>
            <a:r>
              <a:rPr lang="en-IN" sz="2400" spc="-40" dirty="0">
                <a:latin typeface="Times New Roman"/>
                <a:cs typeface="Times New Roman"/>
              </a:rPr>
              <a:t> </a:t>
            </a:r>
            <a:r>
              <a:rPr lang="en-IN" sz="2400" spc="5" dirty="0">
                <a:latin typeface="Cambria"/>
                <a:cs typeface="Cambria"/>
              </a:rPr>
              <a:t>p</a:t>
            </a:r>
            <a:r>
              <a:rPr lang="en-IN" sz="2400" spc="-5" dirty="0">
                <a:latin typeface="Cambria"/>
                <a:cs typeface="Cambria"/>
              </a:rPr>
              <a:t>art</a:t>
            </a:r>
            <a:r>
              <a:rPr lang="en-IN" sz="2400" spc="-10" dirty="0">
                <a:latin typeface="Cambria"/>
                <a:cs typeface="Cambria"/>
              </a:rPr>
              <a:t>ners</a:t>
            </a:r>
            <a:r>
              <a:rPr lang="en-IN" sz="2400" spc="-40" dirty="0">
                <a:latin typeface="Times New Roman"/>
                <a:cs typeface="Times New Roman"/>
              </a:rPr>
              <a:t> </a:t>
            </a:r>
            <a:r>
              <a:rPr lang="en-IN" sz="2400" spc="-5" dirty="0">
                <a:latin typeface="Cambria"/>
                <a:cs typeface="Cambria"/>
              </a:rPr>
              <a:t>m</a:t>
            </a:r>
            <a:r>
              <a:rPr lang="en-IN" sz="2400" spc="-10" dirty="0">
                <a:latin typeface="Cambria"/>
                <a:cs typeface="Cambria"/>
              </a:rPr>
              <a:t>o</a:t>
            </a:r>
            <a:r>
              <a:rPr lang="en-IN" sz="2400" spc="-20" dirty="0">
                <a:latin typeface="Cambria"/>
                <a:cs typeface="Cambria"/>
              </a:rPr>
              <a:t>v</a:t>
            </a:r>
            <a:r>
              <a:rPr lang="en-IN" sz="2400" spc="-10" dirty="0">
                <a:latin typeface="Cambria"/>
                <a:cs typeface="Cambria"/>
              </a:rPr>
              <a:t>e</a:t>
            </a:r>
            <a:r>
              <a:rPr lang="en-IN" sz="2400" spc="-5" dirty="0">
                <a:latin typeface="Times New Roman"/>
                <a:cs typeface="Times New Roman"/>
              </a:rPr>
              <a:t> </a:t>
            </a:r>
            <a:r>
              <a:rPr lang="en-IN" sz="2400" spc="-5" dirty="0">
                <a:latin typeface="Cambria"/>
                <a:cs typeface="Cambria"/>
              </a:rPr>
              <a:t>f</a:t>
            </a:r>
            <a:r>
              <a:rPr lang="en-IN" sz="2400" spc="-15" dirty="0">
                <a:latin typeface="Cambria"/>
                <a:cs typeface="Cambria"/>
              </a:rPr>
              <a:t>r</a:t>
            </a:r>
            <a:r>
              <a:rPr lang="en-IN" sz="2400" spc="-10" dirty="0">
                <a:latin typeface="Cambria"/>
                <a:cs typeface="Cambria"/>
              </a:rPr>
              <a:t>om</a:t>
            </a:r>
            <a:r>
              <a:rPr lang="en-IN" sz="2400" spc="-40" dirty="0">
                <a:latin typeface="Times New Roman"/>
                <a:cs typeface="Times New Roman"/>
              </a:rPr>
              <a:t> </a:t>
            </a:r>
            <a:r>
              <a:rPr lang="en-IN" sz="2400" b="1" dirty="0">
                <a:latin typeface="Cambria"/>
                <a:cs typeface="Cambria"/>
              </a:rPr>
              <a:t>pl</a:t>
            </a:r>
            <a:r>
              <a:rPr lang="en-IN" sz="2400" b="1" spc="5" dirty="0">
                <a:latin typeface="Cambria"/>
                <a:cs typeface="Cambria"/>
              </a:rPr>
              <a:t>a</a:t>
            </a:r>
            <a:r>
              <a:rPr lang="en-IN" sz="2400" b="1" spc="-5" dirty="0">
                <a:latin typeface="Cambria"/>
                <a:cs typeface="Cambria"/>
              </a:rPr>
              <a:t>n</a:t>
            </a:r>
            <a:r>
              <a:rPr lang="en-IN" sz="2400" b="1" dirty="0">
                <a:latin typeface="Cambria"/>
                <a:cs typeface="Cambria"/>
              </a:rPr>
              <a:t>s + r</a:t>
            </a:r>
            <a:r>
              <a:rPr lang="en-IN" sz="2400" b="1" spc="-5" dirty="0">
                <a:latin typeface="Cambria"/>
                <a:cs typeface="Cambria"/>
              </a:rPr>
              <a:t>e</a:t>
            </a:r>
            <a:r>
              <a:rPr lang="en-IN" sz="2400" b="1" dirty="0">
                <a:latin typeface="Cambria"/>
                <a:cs typeface="Cambria"/>
              </a:rPr>
              <a:t>quir</a:t>
            </a:r>
            <a:r>
              <a:rPr lang="en-IN" sz="2400" b="1" spc="-5" dirty="0">
                <a:latin typeface="Cambria"/>
                <a:cs typeface="Cambria"/>
              </a:rPr>
              <a:t>e</a:t>
            </a:r>
            <a:r>
              <a:rPr lang="en-IN" sz="2400" b="1" spc="10" dirty="0">
                <a:latin typeface="Cambria"/>
                <a:cs typeface="Cambria"/>
              </a:rPr>
              <a:t>m</a:t>
            </a:r>
            <a:r>
              <a:rPr lang="en-IN" sz="2400" b="1" dirty="0">
                <a:latin typeface="Cambria"/>
                <a:cs typeface="Cambria"/>
              </a:rPr>
              <a:t>e</a:t>
            </a:r>
            <a:r>
              <a:rPr lang="en-IN" sz="2400" b="1" spc="-10" dirty="0">
                <a:latin typeface="Cambria"/>
                <a:cs typeface="Cambria"/>
              </a:rPr>
              <a:t>n</a:t>
            </a:r>
            <a:r>
              <a:rPr lang="en-IN" sz="2400" b="1" dirty="0">
                <a:latin typeface="Cambria"/>
                <a:cs typeface="Cambria"/>
              </a:rPr>
              <a:t>ts → s</a:t>
            </a:r>
            <a:r>
              <a:rPr lang="en-IN" sz="2400" b="1" spc="5" dirty="0">
                <a:latin typeface="Cambria"/>
                <a:cs typeface="Cambria"/>
              </a:rPr>
              <a:t>t</a:t>
            </a:r>
            <a:r>
              <a:rPr lang="en-IN" sz="2400" b="1" dirty="0">
                <a:latin typeface="Cambria"/>
                <a:cs typeface="Cambria"/>
              </a:rPr>
              <a:t>ru</a:t>
            </a:r>
            <a:r>
              <a:rPr lang="en-IN" sz="2400" b="1" spc="-10" dirty="0">
                <a:latin typeface="Cambria"/>
                <a:cs typeface="Cambria"/>
              </a:rPr>
              <a:t>c</a:t>
            </a:r>
            <a:r>
              <a:rPr lang="en-IN" sz="2400" b="1" dirty="0">
                <a:latin typeface="Cambria"/>
                <a:cs typeface="Cambria"/>
              </a:rPr>
              <a:t>tured de</a:t>
            </a:r>
            <a:r>
              <a:rPr lang="en-IN" sz="2400" b="1" spc="-15" dirty="0">
                <a:latin typeface="Cambria"/>
                <a:cs typeface="Cambria"/>
              </a:rPr>
              <a:t>c</a:t>
            </a:r>
            <a:r>
              <a:rPr lang="en-IN" sz="2400" b="1" spc="-5" dirty="0">
                <a:latin typeface="Cambria"/>
                <a:cs typeface="Cambria"/>
              </a:rPr>
              <a:t>i</a:t>
            </a:r>
            <a:r>
              <a:rPr lang="en-IN" sz="2400" b="1" dirty="0">
                <a:latin typeface="Cambria"/>
                <a:cs typeface="Cambria"/>
              </a:rPr>
              <a:t>s</a:t>
            </a:r>
            <a:r>
              <a:rPr lang="en-IN" sz="2400" b="1" spc="-5" dirty="0">
                <a:latin typeface="Cambria"/>
                <a:cs typeface="Cambria"/>
              </a:rPr>
              <a:t>i</a:t>
            </a:r>
            <a:r>
              <a:rPr lang="en-IN" sz="2400" b="1" dirty="0">
                <a:latin typeface="Cambria"/>
                <a:cs typeface="Cambria"/>
              </a:rPr>
              <a:t>ons,</a:t>
            </a:r>
            <a:r>
              <a:rPr lang="en-IN" sz="2400" b="1" spc="-5" dirty="0">
                <a:latin typeface="Cambria"/>
                <a:cs typeface="Cambria"/>
              </a:rPr>
              <a:t> </a:t>
            </a:r>
            <a:r>
              <a:rPr lang="en-IN" sz="2400" b="1" dirty="0">
                <a:latin typeface="Cambria"/>
                <a:cs typeface="Cambria"/>
              </a:rPr>
              <a:t>opt</a:t>
            </a:r>
            <a:r>
              <a:rPr lang="en-IN" sz="2400" b="1" spc="-5" dirty="0">
                <a:latin typeface="Cambria"/>
                <a:cs typeface="Cambria"/>
              </a:rPr>
              <a:t>i</a:t>
            </a:r>
            <a:r>
              <a:rPr lang="en-IN" sz="2400" b="1" dirty="0">
                <a:latin typeface="Cambria"/>
                <a:cs typeface="Cambria"/>
              </a:rPr>
              <a:t>ons,</a:t>
            </a:r>
            <a:r>
              <a:rPr lang="en-IN" sz="2400" b="1" spc="-5" dirty="0">
                <a:latin typeface="Cambria"/>
                <a:cs typeface="Cambria"/>
              </a:rPr>
              <a:t> </a:t>
            </a:r>
            <a:r>
              <a:rPr lang="en-IN" sz="2400" b="1" dirty="0">
                <a:latin typeface="Cambria"/>
                <a:cs typeface="Cambria"/>
              </a:rPr>
              <a:t>a</a:t>
            </a:r>
            <a:r>
              <a:rPr lang="en-IN" sz="2400" b="1" spc="-5" dirty="0">
                <a:latin typeface="Cambria"/>
                <a:cs typeface="Cambria"/>
              </a:rPr>
              <a:t>n</a:t>
            </a:r>
            <a:r>
              <a:rPr lang="en-IN" sz="2400" b="1" dirty="0">
                <a:latin typeface="Cambria"/>
                <a:cs typeface="Cambria"/>
              </a:rPr>
              <a:t>d </a:t>
            </a:r>
            <a:r>
              <a:rPr lang="en-IN" sz="2400" b="1" spc="5" dirty="0">
                <a:latin typeface="Cambria"/>
                <a:cs typeface="Cambria"/>
              </a:rPr>
              <a:t>b</a:t>
            </a:r>
            <a:r>
              <a:rPr lang="en-IN" sz="2400" b="1" dirty="0">
                <a:latin typeface="Cambria"/>
                <a:cs typeface="Cambria"/>
              </a:rPr>
              <a:t>udgets</a:t>
            </a:r>
            <a:r>
              <a:rPr lang="en-IN" sz="2400" b="1" spc="25" dirty="0">
                <a:latin typeface="Cambria"/>
                <a:cs typeface="Cambria"/>
              </a:rPr>
              <a:t> </a:t>
            </a:r>
            <a:r>
              <a:rPr lang="en-IN" sz="2400" dirty="0">
                <a:latin typeface="Cambria"/>
                <a:cs typeface="Cambria"/>
              </a:rPr>
              <a:t>— </a:t>
            </a:r>
            <a:r>
              <a:rPr lang="en-IN" sz="2400" spc="-10" dirty="0">
                <a:latin typeface="Cambria"/>
                <a:cs typeface="Cambria"/>
              </a:rPr>
              <a:t>w</a:t>
            </a:r>
            <a:r>
              <a:rPr lang="en-IN" sz="2400" dirty="0">
                <a:latin typeface="Cambria"/>
                <a:cs typeface="Cambria"/>
              </a:rPr>
              <a:t>it</a:t>
            </a:r>
            <a:r>
              <a:rPr lang="en-IN" sz="2400" spc="-10" dirty="0">
                <a:latin typeface="Cambria"/>
                <a:cs typeface="Cambria"/>
              </a:rPr>
              <a:t>h</a:t>
            </a:r>
            <a:r>
              <a:rPr lang="en-IN" sz="2400" spc="-5" dirty="0">
                <a:latin typeface="Times New Roman"/>
                <a:cs typeface="Times New Roman"/>
              </a:rPr>
              <a:t> </a:t>
            </a:r>
            <a:r>
              <a:rPr lang="en-IN" sz="2400" spc="-10" dirty="0">
                <a:latin typeface="Cambria"/>
                <a:cs typeface="Cambria"/>
              </a:rPr>
              <a:t>r</a:t>
            </a:r>
            <a:r>
              <a:rPr lang="en-IN" sz="2400" dirty="0">
                <a:latin typeface="Cambria"/>
                <a:cs typeface="Cambria"/>
              </a:rPr>
              <a:t>eli</a:t>
            </a:r>
            <a:r>
              <a:rPr lang="en-IN" sz="2400" spc="-5" dirty="0">
                <a:latin typeface="Cambria"/>
                <a:cs typeface="Cambria"/>
              </a:rPr>
              <a:t>a</a:t>
            </a:r>
            <a:r>
              <a:rPr lang="en-IN" sz="2400" dirty="0">
                <a:latin typeface="Cambria"/>
                <a:cs typeface="Cambria"/>
              </a:rPr>
              <a:t>bili</a:t>
            </a:r>
            <a:r>
              <a:rPr lang="en-IN" sz="2400" spc="-5" dirty="0">
                <a:latin typeface="Cambria"/>
                <a:cs typeface="Cambria"/>
              </a:rPr>
              <a:t>ty</a:t>
            </a:r>
            <a:r>
              <a:rPr lang="en-IN" sz="2400" dirty="0">
                <a:latin typeface="Cambria"/>
                <a:cs typeface="Cambria"/>
              </a:rPr>
              <a:t>,</a:t>
            </a:r>
            <a:r>
              <a:rPr lang="en-IN" sz="2400" spc="-35" dirty="0">
                <a:latin typeface="Times New Roman"/>
                <a:cs typeface="Times New Roman"/>
              </a:rPr>
              <a:t> </a:t>
            </a:r>
            <a:r>
              <a:rPr lang="en-IN" sz="2400" dirty="0">
                <a:latin typeface="Cambria"/>
                <a:cs typeface="Cambria"/>
              </a:rPr>
              <a:t>cit</a:t>
            </a:r>
            <a:r>
              <a:rPr lang="en-IN" sz="2400" spc="-5" dirty="0">
                <a:latin typeface="Cambria"/>
                <a:cs typeface="Cambria"/>
              </a:rPr>
              <a:t>a</a:t>
            </a:r>
            <a:r>
              <a:rPr lang="en-IN" sz="2400" spc="-10" dirty="0">
                <a:latin typeface="Cambria"/>
                <a:cs typeface="Cambria"/>
              </a:rPr>
              <a:t>t</a:t>
            </a:r>
            <a:r>
              <a:rPr lang="en-IN" sz="2400" spc="-5" dirty="0">
                <a:latin typeface="Cambria"/>
                <a:cs typeface="Cambria"/>
              </a:rPr>
              <a:t>ions,</a:t>
            </a:r>
            <a:r>
              <a:rPr lang="en-IN" sz="2400" spc="-30" dirty="0">
                <a:latin typeface="Times New Roman"/>
                <a:cs typeface="Times New Roman"/>
              </a:rPr>
              <a:t> </a:t>
            </a:r>
            <a:r>
              <a:rPr lang="en-IN" sz="2400" spc="-10" dirty="0">
                <a:latin typeface="Cambria"/>
                <a:cs typeface="Cambria"/>
              </a:rPr>
              <a:t>and</a:t>
            </a:r>
            <a:r>
              <a:rPr lang="en-IN" sz="2400" spc="-35" dirty="0">
                <a:latin typeface="Times New Roman"/>
                <a:cs typeface="Times New Roman"/>
              </a:rPr>
              <a:t> </a:t>
            </a:r>
            <a:r>
              <a:rPr lang="en-IN" sz="2400" spc="-10" dirty="0">
                <a:latin typeface="Cambria"/>
                <a:cs typeface="Cambria"/>
              </a:rPr>
              <a:t>wo</a:t>
            </a:r>
            <a:r>
              <a:rPr lang="en-IN" sz="2400" spc="-15" dirty="0">
                <a:latin typeface="Cambria"/>
                <a:cs typeface="Cambria"/>
              </a:rPr>
              <a:t>r</a:t>
            </a:r>
            <a:r>
              <a:rPr lang="en-IN" sz="2400" spc="-10" dirty="0">
                <a:latin typeface="Cambria"/>
                <a:cs typeface="Cambria"/>
              </a:rPr>
              <a:t>k</a:t>
            </a:r>
            <a:r>
              <a:rPr lang="en-IN" sz="2400" dirty="0">
                <a:latin typeface="Cambria"/>
                <a:cs typeface="Cambria"/>
              </a:rPr>
              <a:t>f</a:t>
            </a:r>
            <a:r>
              <a:rPr lang="en-IN" sz="2400" spc="-10" dirty="0">
                <a:latin typeface="Cambria"/>
                <a:cs typeface="Cambria"/>
              </a:rPr>
              <a:t>l</a:t>
            </a:r>
            <a:r>
              <a:rPr lang="en-IN" sz="2400" spc="-5" dirty="0">
                <a:latin typeface="Cambria"/>
                <a:cs typeface="Cambria"/>
              </a:rPr>
              <a:t>o</a:t>
            </a:r>
            <a:r>
              <a:rPr lang="en-IN" sz="2400" dirty="0">
                <a:latin typeface="Cambria"/>
                <a:cs typeface="Cambria"/>
              </a:rPr>
              <a:t>w</a:t>
            </a:r>
            <a:r>
              <a:rPr lang="en-IN" sz="2400" spc="-45" dirty="0">
                <a:latin typeface="Times New Roman"/>
                <a:cs typeface="Times New Roman"/>
              </a:rPr>
              <a:t> </a:t>
            </a:r>
            <a:r>
              <a:rPr lang="en-IN" sz="2400" spc="-10" dirty="0">
                <a:latin typeface="Cambria"/>
                <a:cs typeface="Cambria"/>
              </a:rPr>
              <a:t>conti</a:t>
            </a:r>
            <a:r>
              <a:rPr lang="en-IN" sz="2400" spc="-5" dirty="0">
                <a:latin typeface="Cambria"/>
                <a:cs typeface="Cambria"/>
              </a:rPr>
              <a:t>nui</a:t>
            </a:r>
            <a:r>
              <a:rPr lang="en-IN" sz="2400" dirty="0">
                <a:latin typeface="Cambria"/>
                <a:cs typeface="Cambria"/>
              </a:rPr>
              <a:t>t</a:t>
            </a:r>
            <a:r>
              <a:rPr lang="en-IN" sz="2400" spc="-15" dirty="0">
                <a:latin typeface="Cambria"/>
                <a:cs typeface="Cambria"/>
              </a:rPr>
              <a:t>y</a:t>
            </a:r>
            <a:r>
              <a:rPr lang="en-IN" sz="2400" dirty="0">
                <a:latin typeface="Cambria"/>
                <a:cs typeface="Cambria"/>
              </a:rPr>
              <a:t>.</a:t>
            </a:r>
          </a:p>
          <a:p>
            <a:pPr marL="12700">
              <a:lnSpc>
                <a:spcPct val="100000"/>
              </a:lnSpc>
              <a:spcBef>
                <a:spcPts val="860"/>
              </a:spcBef>
            </a:pPr>
            <a:r>
              <a:rPr lang="en-IN" sz="2400" spc="-5" dirty="0">
                <a:latin typeface="Cambria"/>
                <a:cs typeface="Cambria"/>
              </a:rPr>
              <a:t>I</a:t>
            </a:r>
            <a:r>
              <a:rPr lang="en-IN" sz="2400" dirty="0">
                <a:latin typeface="Cambria"/>
                <a:cs typeface="Cambria"/>
              </a:rPr>
              <a:t>t</a:t>
            </a:r>
            <a:r>
              <a:rPr lang="en-IN" sz="2400" spc="-40" dirty="0">
                <a:latin typeface="Times New Roman"/>
                <a:cs typeface="Times New Roman"/>
              </a:rPr>
              <a:t> </a:t>
            </a:r>
            <a:r>
              <a:rPr lang="en-IN" sz="2400" spc="-5" dirty="0">
                <a:latin typeface="Cambria"/>
                <a:cs typeface="Cambria"/>
              </a:rPr>
              <a:t>d</a:t>
            </a:r>
            <a:r>
              <a:rPr lang="en-IN" sz="2400" spc="-10" dirty="0">
                <a:latin typeface="Cambria"/>
                <a:cs typeface="Cambria"/>
              </a:rPr>
              <a:t>emonstrates</a:t>
            </a:r>
            <a:r>
              <a:rPr lang="en-IN" sz="2400" spc="-40" dirty="0">
                <a:latin typeface="Times New Roman"/>
                <a:cs typeface="Times New Roman"/>
              </a:rPr>
              <a:t> </a:t>
            </a:r>
            <a:r>
              <a:rPr lang="en-IN" sz="2400" spc="-10" dirty="0">
                <a:latin typeface="Cambria"/>
                <a:cs typeface="Cambria"/>
              </a:rPr>
              <a:t>L</a:t>
            </a:r>
            <a:r>
              <a:rPr lang="en-IN" sz="2400" dirty="0">
                <a:latin typeface="Cambria"/>
                <a:cs typeface="Cambria"/>
              </a:rPr>
              <a:t>oop</a:t>
            </a:r>
            <a:r>
              <a:rPr lang="en-IN" sz="2400" spc="-20" dirty="0">
                <a:latin typeface="Cambria"/>
                <a:cs typeface="Cambria"/>
              </a:rPr>
              <a:t>w</a:t>
            </a:r>
            <a:r>
              <a:rPr lang="en-IN" sz="2400" spc="-5" dirty="0">
                <a:latin typeface="Cambria"/>
                <a:cs typeface="Cambria"/>
              </a:rPr>
              <a:t>a</a:t>
            </a:r>
            <a:r>
              <a:rPr lang="en-IN" sz="2400" dirty="0">
                <a:latin typeface="Cambria"/>
                <a:cs typeface="Cambria"/>
              </a:rPr>
              <a:t>y</a:t>
            </a:r>
            <a:r>
              <a:rPr lang="en-IN" sz="2400" spc="-5" dirty="0">
                <a:latin typeface="Cambria"/>
                <a:cs typeface="Cambria"/>
              </a:rPr>
              <a:t>’</a:t>
            </a:r>
            <a:r>
              <a:rPr lang="en-IN" sz="2400" spc="-10" dirty="0">
                <a:latin typeface="Cambria"/>
                <a:cs typeface="Cambria"/>
              </a:rPr>
              <a:t>s</a:t>
            </a:r>
            <a:r>
              <a:rPr lang="en-IN" sz="2400" spc="-40" dirty="0">
                <a:latin typeface="Times New Roman"/>
                <a:cs typeface="Times New Roman"/>
              </a:rPr>
              <a:t> </a:t>
            </a:r>
            <a:r>
              <a:rPr lang="en-IN" sz="2400" spc="-10" dirty="0">
                <a:latin typeface="Cambria"/>
                <a:cs typeface="Cambria"/>
              </a:rPr>
              <a:t>strength</a:t>
            </a:r>
            <a:r>
              <a:rPr lang="en-IN" sz="2400" spc="-45" dirty="0">
                <a:latin typeface="Times New Roman"/>
                <a:cs typeface="Times New Roman"/>
              </a:rPr>
              <a:t> </a:t>
            </a:r>
            <a:r>
              <a:rPr lang="en-IN" sz="2400" spc="-5" dirty="0">
                <a:latin typeface="Cambria"/>
                <a:cs typeface="Cambria"/>
              </a:rPr>
              <a:t>in:</a:t>
            </a:r>
            <a:endParaRPr lang="en-IN" sz="2400" dirty="0">
              <a:latin typeface="Cambria"/>
              <a:cs typeface="Cambria"/>
            </a:endParaRPr>
          </a:p>
          <a:p>
            <a:pPr marL="469265" indent="-304165">
              <a:lnSpc>
                <a:spcPct val="100000"/>
              </a:lnSpc>
              <a:spcBef>
                <a:spcPts val="865"/>
              </a:spcBef>
              <a:buFont typeface="Cambria"/>
              <a:buChar char="•"/>
              <a:tabLst>
                <a:tab pos="469900" algn="l"/>
              </a:tabLst>
            </a:pPr>
            <a:r>
              <a:rPr lang="en-IN" sz="2400" spc="-5" dirty="0">
                <a:latin typeface="Cambria"/>
                <a:cs typeface="Cambria"/>
              </a:rPr>
              <a:t>str</a:t>
            </a:r>
            <a:r>
              <a:rPr lang="en-IN" sz="2400" spc="-20" dirty="0">
                <a:latin typeface="Cambria"/>
                <a:cs typeface="Cambria"/>
              </a:rPr>
              <a:t>u</a:t>
            </a:r>
            <a:r>
              <a:rPr lang="en-IN" sz="2400" dirty="0">
                <a:latin typeface="Cambria"/>
                <a:cs typeface="Cambria"/>
              </a:rPr>
              <a:t>ctu</a:t>
            </a:r>
            <a:r>
              <a:rPr lang="en-IN" sz="2400" spc="-10" dirty="0">
                <a:latin typeface="Cambria"/>
                <a:cs typeface="Cambria"/>
              </a:rPr>
              <a:t>red</a:t>
            </a:r>
            <a:r>
              <a:rPr lang="en-IN" sz="2400" spc="-30" dirty="0">
                <a:latin typeface="Times New Roman"/>
                <a:cs typeface="Times New Roman"/>
              </a:rPr>
              <a:t> </a:t>
            </a:r>
            <a:r>
              <a:rPr lang="en-IN" sz="2400" dirty="0">
                <a:latin typeface="Cambria"/>
                <a:cs typeface="Cambria"/>
              </a:rPr>
              <a:t>o</a:t>
            </a:r>
            <a:r>
              <a:rPr lang="en-IN" sz="2400" spc="-5" dirty="0">
                <a:latin typeface="Cambria"/>
                <a:cs typeface="Cambria"/>
              </a:rPr>
              <a:t>ut</a:t>
            </a:r>
            <a:r>
              <a:rPr lang="en-IN" sz="2400" spc="5" dirty="0">
                <a:latin typeface="Cambria"/>
                <a:cs typeface="Cambria"/>
              </a:rPr>
              <a:t>p</a:t>
            </a:r>
            <a:r>
              <a:rPr lang="en-IN" sz="2400" spc="-5" dirty="0">
                <a:latin typeface="Cambria"/>
                <a:cs typeface="Cambria"/>
              </a:rPr>
              <a:t>uts</a:t>
            </a:r>
            <a:endParaRPr lang="en-IN" sz="2400" dirty="0">
              <a:latin typeface="Cambria"/>
              <a:cs typeface="Cambria"/>
            </a:endParaRPr>
          </a:p>
          <a:p>
            <a:pPr marL="469265" indent="-304165">
              <a:lnSpc>
                <a:spcPct val="100000"/>
              </a:lnSpc>
              <a:spcBef>
                <a:spcPts val="155"/>
              </a:spcBef>
              <a:buFont typeface="Cambria"/>
              <a:buChar char="•"/>
              <a:tabLst>
                <a:tab pos="469900" algn="l"/>
              </a:tabLst>
            </a:pPr>
            <a:r>
              <a:rPr lang="en-IN" sz="2400" spc="-5" dirty="0">
                <a:latin typeface="Cambria"/>
                <a:cs typeface="Cambria"/>
              </a:rPr>
              <a:t>d</a:t>
            </a:r>
            <a:r>
              <a:rPr lang="en-IN" sz="2400" dirty="0">
                <a:latin typeface="Cambria"/>
                <a:cs typeface="Cambria"/>
              </a:rPr>
              <a:t>et</a:t>
            </a:r>
            <a:r>
              <a:rPr lang="en-IN" sz="2400" spc="-10" dirty="0">
                <a:latin typeface="Cambria"/>
                <a:cs typeface="Cambria"/>
              </a:rPr>
              <a:t>er</a:t>
            </a:r>
            <a:r>
              <a:rPr lang="en-IN" sz="2400" spc="-15" dirty="0">
                <a:latin typeface="Cambria"/>
                <a:cs typeface="Cambria"/>
              </a:rPr>
              <a:t>m</a:t>
            </a:r>
            <a:r>
              <a:rPr lang="en-IN" sz="2400" spc="-5" dirty="0">
                <a:latin typeface="Cambria"/>
                <a:cs typeface="Cambria"/>
              </a:rPr>
              <a:t>inis</a:t>
            </a:r>
            <a:r>
              <a:rPr lang="en-IN" sz="2400" spc="-15" dirty="0">
                <a:latin typeface="Cambria"/>
                <a:cs typeface="Cambria"/>
              </a:rPr>
              <a:t>t</a:t>
            </a:r>
            <a:r>
              <a:rPr lang="en-IN" sz="2400" spc="-5" dirty="0">
                <a:latin typeface="Cambria"/>
                <a:cs typeface="Cambria"/>
              </a:rPr>
              <a:t>ic</a:t>
            </a:r>
            <a:r>
              <a:rPr lang="en-IN" sz="2400" spc="-40" dirty="0">
                <a:latin typeface="Times New Roman"/>
                <a:cs typeface="Times New Roman"/>
              </a:rPr>
              <a:t> </a:t>
            </a:r>
            <a:r>
              <a:rPr lang="en-IN" sz="2400" spc="-5" dirty="0">
                <a:latin typeface="Cambria"/>
                <a:cs typeface="Cambria"/>
              </a:rPr>
              <a:t>J</a:t>
            </a:r>
            <a:r>
              <a:rPr lang="en-IN" sz="2400" dirty="0">
                <a:latin typeface="Cambria"/>
                <a:cs typeface="Cambria"/>
              </a:rPr>
              <a:t>S</a:t>
            </a:r>
            <a:r>
              <a:rPr lang="en-IN" sz="2400" spc="-15" dirty="0">
                <a:latin typeface="Cambria"/>
                <a:cs typeface="Cambria"/>
              </a:rPr>
              <a:t>O</a:t>
            </a:r>
            <a:r>
              <a:rPr lang="en-IN" sz="2400" spc="-10" dirty="0">
                <a:latin typeface="Cambria"/>
                <a:cs typeface="Cambria"/>
              </a:rPr>
              <a:t>N</a:t>
            </a:r>
            <a:r>
              <a:rPr lang="en-IN" sz="2400" spc="-45" dirty="0">
                <a:latin typeface="Times New Roman"/>
                <a:cs typeface="Times New Roman"/>
              </a:rPr>
              <a:t> </a:t>
            </a:r>
            <a:r>
              <a:rPr lang="en-IN" sz="2400" dirty="0">
                <a:latin typeface="Cambria"/>
                <a:cs typeface="Cambria"/>
              </a:rPr>
              <a:t>con</a:t>
            </a:r>
            <a:r>
              <a:rPr lang="en-IN" sz="2400" spc="-10" dirty="0">
                <a:latin typeface="Cambria"/>
                <a:cs typeface="Cambria"/>
              </a:rPr>
              <a:t>tr</a:t>
            </a:r>
            <a:r>
              <a:rPr lang="en-IN" sz="2400" spc="-5" dirty="0">
                <a:latin typeface="Cambria"/>
                <a:cs typeface="Cambria"/>
              </a:rPr>
              <a:t>ac</a:t>
            </a:r>
            <a:r>
              <a:rPr lang="en-IN" sz="2400" dirty="0">
                <a:latin typeface="Cambria"/>
                <a:cs typeface="Cambria"/>
              </a:rPr>
              <a:t>t</a:t>
            </a:r>
            <a:r>
              <a:rPr lang="en-IN" sz="2400" spc="-10" dirty="0">
                <a:latin typeface="Cambria"/>
                <a:cs typeface="Cambria"/>
              </a:rPr>
              <a:t>s</a:t>
            </a:r>
            <a:endParaRPr lang="en-IN" sz="2400" dirty="0">
              <a:latin typeface="Cambria"/>
              <a:cs typeface="Cambria"/>
            </a:endParaRPr>
          </a:p>
          <a:p>
            <a:pPr marL="469265" indent="-304165">
              <a:lnSpc>
                <a:spcPct val="100000"/>
              </a:lnSpc>
              <a:spcBef>
                <a:spcPts val="145"/>
              </a:spcBef>
              <a:buFont typeface="Cambria"/>
              <a:buChar char="•"/>
              <a:tabLst>
                <a:tab pos="469900" algn="l"/>
              </a:tabLst>
            </a:pPr>
            <a:r>
              <a:rPr lang="en-IN" sz="2400" dirty="0">
                <a:latin typeface="Cambria"/>
                <a:cs typeface="Cambria"/>
              </a:rPr>
              <a:t>m</a:t>
            </a:r>
            <a:r>
              <a:rPr lang="en-IN" sz="2400" spc="-5" dirty="0">
                <a:latin typeface="Cambria"/>
                <a:cs typeface="Cambria"/>
              </a:rPr>
              <a:t>ult</a:t>
            </a:r>
            <a:r>
              <a:rPr lang="en-IN" sz="2400" dirty="0">
                <a:latin typeface="Cambria"/>
                <a:cs typeface="Cambria"/>
              </a:rPr>
              <a:t>i</a:t>
            </a:r>
            <a:r>
              <a:rPr lang="en-IN" sz="2400" spc="-10" dirty="0">
                <a:latin typeface="Cambria"/>
                <a:cs typeface="Cambria"/>
              </a:rPr>
              <a:t>m</a:t>
            </a:r>
            <a:r>
              <a:rPr lang="en-IN" sz="2400" spc="-15" dirty="0">
                <a:latin typeface="Cambria"/>
                <a:cs typeface="Cambria"/>
              </a:rPr>
              <a:t>o</a:t>
            </a:r>
            <a:r>
              <a:rPr lang="en-IN" sz="2400" spc="-5" dirty="0">
                <a:latin typeface="Cambria"/>
                <a:cs typeface="Cambria"/>
              </a:rPr>
              <a:t>da</a:t>
            </a:r>
            <a:r>
              <a:rPr lang="en-IN" sz="2400" dirty="0">
                <a:latin typeface="Cambria"/>
                <a:cs typeface="Cambria"/>
              </a:rPr>
              <a:t>l</a:t>
            </a:r>
            <a:r>
              <a:rPr lang="en-IN" sz="2400" spc="-40" dirty="0">
                <a:latin typeface="Times New Roman"/>
                <a:cs typeface="Times New Roman"/>
              </a:rPr>
              <a:t> </a:t>
            </a:r>
            <a:r>
              <a:rPr lang="en-IN" sz="2400" dirty="0">
                <a:latin typeface="Cambria"/>
                <a:cs typeface="Cambria"/>
              </a:rPr>
              <a:t>p</a:t>
            </a:r>
            <a:r>
              <a:rPr lang="en-IN" sz="2400" spc="-5" dirty="0">
                <a:latin typeface="Cambria"/>
                <a:cs typeface="Cambria"/>
              </a:rPr>
              <a:t>la</a:t>
            </a:r>
            <a:r>
              <a:rPr lang="en-IN" sz="2400" dirty="0">
                <a:latin typeface="Cambria"/>
                <a:cs typeface="Cambria"/>
              </a:rPr>
              <a:t>n</a:t>
            </a:r>
            <a:r>
              <a:rPr lang="en-IN" sz="2400" spc="-35" dirty="0">
                <a:latin typeface="Times New Roman"/>
                <a:cs typeface="Times New Roman"/>
              </a:rPr>
              <a:t> </a:t>
            </a:r>
            <a:r>
              <a:rPr lang="en-IN" sz="2400" dirty="0">
                <a:latin typeface="Cambria"/>
                <a:cs typeface="Cambria"/>
              </a:rPr>
              <a:t>a</a:t>
            </a:r>
            <a:r>
              <a:rPr lang="en-IN" sz="2400" spc="-5" dirty="0">
                <a:latin typeface="Cambria"/>
                <a:cs typeface="Cambria"/>
              </a:rPr>
              <a:t>n</a:t>
            </a:r>
            <a:r>
              <a:rPr lang="en-IN" sz="2400" dirty="0">
                <a:latin typeface="Cambria"/>
                <a:cs typeface="Cambria"/>
              </a:rPr>
              <a:t>a</a:t>
            </a:r>
            <a:r>
              <a:rPr lang="en-IN" sz="2400" spc="-5" dirty="0">
                <a:latin typeface="Cambria"/>
                <a:cs typeface="Cambria"/>
              </a:rPr>
              <a:t>l</a:t>
            </a:r>
            <a:r>
              <a:rPr lang="en-IN" sz="2400" spc="-10" dirty="0">
                <a:latin typeface="Cambria"/>
                <a:cs typeface="Cambria"/>
              </a:rPr>
              <a:t>y</a:t>
            </a:r>
            <a:r>
              <a:rPr lang="en-IN" sz="2400" spc="-25" dirty="0">
                <a:latin typeface="Cambria"/>
                <a:cs typeface="Cambria"/>
              </a:rPr>
              <a:t>s</a:t>
            </a:r>
            <a:r>
              <a:rPr lang="en-IN" sz="2400" spc="-5" dirty="0">
                <a:latin typeface="Cambria"/>
                <a:cs typeface="Cambria"/>
              </a:rPr>
              <a:t>is</a:t>
            </a:r>
            <a:endParaRPr lang="en-IN" sz="2400" dirty="0">
              <a:latin typeface="Cambria"/>
              <a:cs typeface="Cambria"/>
            </a:endParaRPr>
          </a:p>
          <a:p>
            <a:pPr marL="469265" indent="-304165">
              <a:lnSpc>
                <a:spcPct val="100000"/>
              </a:lnSpc>
              <a:spcBef>
                <a:spcPts val="140"/>
              </a:spcBef>
              <a:buFont typeface="Cambria"/>
              <a:buChar char="•"/>
              <a:tabLst>
                <a:tab pos="469900" algn="l"/>
              </a:tabLst>
            </a:pPr>
            <a:r>
              <a:rPr lang="en-IN" sz="2400" spc="-10" dirty="0">
                <a:latin typeface="Cambria"/>
                <a:cs typeface="Cambria"/>
              </a:rPr>
              <a:t>r</a:t>
            </a:r>
            <a:r>
              <a:rPr lang="en-IN" sz="2400" dirty="0">
                <a:latin typeface="Cambria"/>
                <a:cs typeface="Cambria"/>
              </a:rPr>
              <a:t>et</a:t>
            </a:r>
            <a:r>
              <a:rPr lang="en-IN" sz="2400" spc="-10" dirty="0">
                <a:latin typeface="Cambria"/>
                <a:cs typeface="Cambria"/>
              </a:rPr>
              <a:t>r</a:t>
            </a:r>
            <a:r>
              <a:rPr lang="en-IN" sz="2400" spc="-5" dirty="0">
                <a:latin typeface="Cambria"/>
                <a:cs typeface="Cambria"/>
              </a:rPr>
              <a:t>ie</a:t>
            </a:r>
            <a:r>
              <a:rPr lang="en-IN" sz="2400" spc="-15" dirty="0">
                <a:latin typeface="Cambria"/>
                <a:cs typeface="Cambria"/>
              </a:rPr>
              <a:t>v</a:t>
            </a:r>
            <a:r>
              <a:rPr lang="en-IN" sz="2400" spc="-5" dirty="0">
                <a:latin typeface="Cambria"/>
                <a:cs typeface="Cambria"/>
              </a:rPr>
              <a:t>a</a:t>
            </a:r>
            <a:r>
              <a:rPr lang="en-IN" sz="2400" dirty="0">
                <a:latin typeface="Cambria"/>
                <a:cs typeface="Cambria"/>
              </a:rPr>
              <a:t>l</a:t>
            </a:r>
            <a:r>
              <a:rPr lang="en-IN" sz="2400" spc="-5" dirty="0">
                <a:latin typeface="Cambria"/>
                <a:cs typeface="Cambria"/>
              </a:rPr>
              <a:t>-aug</a:t>
            </a:r>
            <a:r>
              <a:rPr lang="en-IN" sz="2400" dirty="0">
                <a:latin typeface="Cambria"/>
                <a:cs typeface="Cambria"/>
              </a:rPr>
              <a:t>ment</a:t>
            </a:r>
            <a:r>
              <a:rPr lang="en-IN" sz="2400" spc="-10" dirty="0">
                <a:latin typeface="Cambria"/>
                <a:cs typeface="Cambria"/>
              </a:rPr>
              <a:t>ed</a:t>
            </a:r>
            <a:r>
              <a:rPr lang="en-IN" sz="2400" spc="-30" dirty="0">
                <a:latin typeface="Times New Roman"/>
                <a:cs typeface="Times New Roman"/>
              </a:rPr>
              <a:t> </a:t>
            </a:r>
            <a:r>
              <a:rPr lang="en-IN" sz="2400" spc="-10" dirty="0">
                <a:latin typeface="Cambria"/>
                <a:cs typeface="Cambria"/>
              </a:rPr>
              <a:t>r</a:t>
            </a:r>
            <a:r>
              <a:rPr lang="en-IN" sz="2400" dirty="0">
                <a:latin typeface="Cambria"/>
                <a:cs typeface="Cambria"/>
              </a:rPr>
              <a:t>ea</a:t>
            </a:r>
            <a:r>
              <a:rPr lang="en-IN" sz="2400" spc="-10" dirty="0">
                <a:latin typeface="Cambria"/>
                <a:cs typeface="Cambria"/>
              </a:rPr>
              <a:t>sonin</a:t>
            </a:r>
            <a:r>
              <a:rPr lang="en-IN" sz="2400" dirty="0">
                <a:latin typeface="Cambria"/>
                <a:cs typeface="Cambria"/>
              </a:rPr>
              <a:t>g</a:t>
            </a:r>
          </a:p>
          <a:p>
            <a:pPr marL="469265" indent="-304165">
              <a:lnSpc>
                <a:spcPct val="100000"/>
              </a:lnSpc>
              <a:spcBef>
                <a:spcPts val="145"/>
              </a:spcBef>
              <a:buFont typeface="Cambria"/>
              <a:buChar char="•"/>
              <a:tabLst>
                <a:tab pos="469900" algn="l"/>
              </a:tabLst>
            </a:pPr>
            <a:r>
              <a:rPr lang="en-IN" sz="2400" spc="-10" dirty="0">
                <a:latin typeface="Cambria"/>
                <a:cs typeface="Cambria"/>
              </a:rPr>
              <a:t>wo</a:t>
            </a:r>
            <a:r>
              <a:rPr lang="en-IN" sz="2400" spc="-15" dirty="0">
                <a:latin typeface="Cambria"/>
                <a:cs typeface="Cambria"/>
              </a:rPr>
              <a:t>r</a:t>
            </a:r>
            <a:r>
              <a:rPr lang="en-IN" sz="2400" spc="5" dirty="0">
                <a:latin typeface="Cambria"/>
                <a:cs typeface="Cambria"/>
              </a:rPr>
              <a:t>k</a:t>
            </a:r>
            <a:r>
              <a:rPr lang="en-IN" sz="2400" dirty="0">
                <a:latin typeface="Cambria"/>
                <a:cs typeface="Cambria"/>
              </a:rPr>
              <a:t>f</a:t>
            </a:r>
            <a:r>
              <a:rPr lang="en-IN" sz="2400" spc="-10" dirty="0">
                <a:latin typeface="Cambria"/>
                <a:cs typeface="Cambria"/>
              </a:rPr>
              <a:t>l</a:t>
            </a:r>
            <a:r>
              <a:rPr lang="en-IN" sz="2400" dirty="0">
                <a:latin typeface="Cambria"/>
                <a:cs typeface="Cambria"/>
              </a:rPr>
              <a:t>o</a:t>
            </a:r>
            <a:r>
              <a:rPr lang="en-IN" sz="2400" spc="-10" dirty="0">
                <a:latin typeface="Cambria"/>
                <a:cs typeface="Cambria"/>
              </a:rPr>
              <a:t>w</a:t>
            </a:r>
            <a:r>
              <a:rPr lang="en-IN" sz="2400" spc="-5" dirty="0">
                <a:latin typeface="Cambria"/>
                <a:cs typeface="Cambria"/>
              </a:rPr>
              <a:t>-</a:t>
            </a:r>
            <a:r>
              <a:rPr lang="en-IN" sz="2400" spc="10" dirty="0">
                <a:latin typeface="Cambria"/>
                <a:cs typeface="Cambria"/>
              </a:rPr>
              <a:t>a</a:t>
            </a:r>
            <a:r>
              <a:rPr lang="en-IN" sz="2400" spc="-10" dirty="0">
                <a:latin typeface="Cambria"/>
                <a:cs typeface="Cambria"/>
              </a:rPr>
              <a:t>w</a:t>
            </a:r>
            <a:r>
              <a:rPr lang="en-IN" sz="2400" spc="-15" dirty="0">
                <a:latin typeface="Cambria"/>
                <a:cs typeface="Cambria"/>
              </a:rPr>
              <a:t>ar</a:t>
            </a:r>
            <a:r>
              <a:rPr lang="en-IN" sz="2400" spc="-10" dirty="0">
                <a:latin typeface="Cambria"/>
                <a:cs typeface="Cambria"/>
              </a:rPr>
              <a:t>e</a:t>
            </a:r>
            <a:r>
              <a:rPr lang="en-IN" sz="2400" spc="-35" dirty="0">
                <a:latin typeface="Times New Roman"/>
                <a:cs typeface="Times New Roman"/>
              </a:rPr>
              <a:t> </a:t>
            </a:r>
            <a:r>
              <a:rPr lang="en-IN" sz="2400" dirty="0">
                <a:latin typeface="Cambria"/>
                <a:cs typeface="Cambria"/>
              </a:rPr>
              <a:t>UX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64869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2667744E-A07E-394C-A7CD-E14C82F12E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77863"/>
            <a:ext cx="10515600" cy="5499100"/>
          </a:xfrm>
        </p:spPr>
        <p:txBody>
          <a:bodyPr/>
          <a:lstStyle/>
          <a:p>
            <a:pPr marL="196850" indent="-184150">
              <a:lnSpc>
                <a:spcPct val="100000"/>
              </a:lnSpc>
              <a:buClr>
                <a:srgbClr val="4F80BC"/>
              </a:buClr>
              <a:buFont typeface="Calibri"/>
              <a:buAutoNum type="arabicParenR"/>
              <a:tabLst>
                <a:tab pos="197485" algn="l"/>
              </a:tabLst>
            </a:pPr>
            <a:r>
              <a:rPr lang="en-IN" sz="2400" b="1" spc="-5" dirty="0">
                <a:solidFill>
                  <a:srgbClr val="4F80BC"/>
                </a:solidFill>
                <a:latin typeface="Calibri"/>
                <a:cs typeface="Calibri"/>
              </a:rPr>
              <a:t>Co</a:t>
            </a:r>
            <a:r>
              <a:rPr lang="en-IN" sz="2400" b="1" spc="5" dirty="0">
                <a:solidFill>
                  <a:srgbClr val="4F80BC"/>
                </a:solidFill>
                <a:latin typeface="Calibri"/>
                <a:cs typeface="Calibri"/>
              </a:rPr>
              <a:t>r</a:t>
            </a:r>
            <a:r>
              <a:rPr lang="en-IN" sz="2400" b="1" dirty="0">
                <a:solidFill>
                  <a:srgbClr val="4F80BC"/>
                </a:solidFill>
                <a:latin typeface="Calibri"/>
                <a:cs typeface="Calibri"/>
              </a:rPr>
              <a:t>e</a:t>
            </a:r>
            <a:r>
              <a:rPr lang="en-IN" sz="2400" b="1" spc="-35" dirty="0">
                <a:solidFill>
                  <a:srgbClr val="4F80BC"/>
                </a:solidFill>
                <a:latin typeface="Times New Roman"/>
                <a:cs typeface="Times New Roman"/>
              </a:rPr>
              <a:t> </a:t>
            </a:r>
            <a:r>
              <a:rPr lang="en-IN" sz="2400" b="1" dirty="0">
                <a:solidFill>
                  <a:srgbClr val="4F80BC"/>
                </a:solidFill>
                <a:latin typeface="Calibri"/>
                <a:cs typeface="Calibri"/>
              </a:rPr>
              <a:t>AI</a:t>
            </a:r>
            <a:r>
              <a:rPr lang="en-IN" sz="2400" b="1" spc="-45" dirty="0">
                <a:solidFill>
                  <a:srgbClr val="4F80BC"/>
                </a:solidFill>
                <a:latin typeface="Times New Roman"/>
                <a:cs typeface="Times New Roman"/>
              </a:rPr>
              <a:t> </a:t>
            </a:r>
            <a:r>
              <a:rPr lang="en-IN" sz="2400" b="1" dirty="0">
                <a:solidFill>
                  <a:srgbClr val="4F80BC"/>
                </a:solidFill>
                <a:latin typeface="Calibri"/>
                <a:cs typeface="Calibri"/>
              </a:rPr>
              <a:t>A</a:t>
            </a:r>
            <a:r>
              <a:rPr lang="en-IN" sz="2400" b="1" spc="5" dirty="0">
                <a:solidFill>
                  <a:srgbClr val="4F80BC"/>
                </a:solidFill>
                <a:latin typeface="Calibri"/>
                <a:cs typeface="Calibri"/>
              </a:rPr>
              <a:t>r</a:t>
            </a:r>
            <a:r>
              <a:rPr lang="en-IN" sz="2400" b="1" spc="-5" dirty="0">
                <a:solidFill>
                  <a:srgbClr val="4F80BC"/>
                </a:solidFill>
                <a:latin typeface="Calibri"/>
                <a:cs typeface="Calibri"/>
              </a:rPr>
              <a:t>c</a:t>
            </a:r>
            <a:r>
              <a:rPr lang="en-IN" sz="2400" b="1" spc="-10" dirty="0">
                <a:solidFill>
                  <a:srgbClr val="4F80BC"/>
                </a:solidFill>
                <a:latin typeface="Calibri"/>
                <a:cs typeface="Calibri"/>
              </a:rPr>
              <a:t>h</a:t>
            </a:r>
            <a:r>
              <a:rPr lang="en-IN" sz="2400" b="1" dirty="0">
                <a:solidFill>
                  <a:srgbClr val="4F80BC"/>
                </a:solidFill>
                <a:latin typeface="Calibri"/>
                <a:cs typeface="Calibri"/>
              </a:rPr>
              <a:t>i</a:t>
            </a:r>
            <a:r>
              <a:rPr lang="en-IN" sz="2400" b="1" spc="5" dirty="0">
                <a:solidFill>
                  <a:srgbClr val="4F80BC"/>
                </a:solidFill>
                <a:latin typeface="Calibri"/>
                <a:cs typeface="Calibri"/>
              </a:rPr>
              <a:t>t</a:t>
            </a:r>
            <a:r>
              <a:rPr lang="en-IN" sz="2400" b="1" spc="-15" dirty="0">
                <a:solidFill>
                  <a:srgbClr val="4F80BC"/>
                </a:solidFill>
                <a:latin typeface="Calibri"/>
                <a:cs typeface="Calibri"/>
              </a:rPr>
              <a:t>e</a:t>
            </a:r>
            <a:r>
              <a:rPr lang="en-IN" sz="2400" b="1" spc="-5" dirty="0">
                <a:solidFill>
                  <a:srgbClr val="4F80BC"/>
                </a:solidFill>
                <a:latin typeface="Calibri"/>
                <a:cs typeface="Calibri"/>
              </a:rPr>
              <a:t>c</a:t>
            </a:r>
            <a:r>
              <a:rPr lang="en-IN" sz="2400" b="1" spc="-10" dirty="0">
                <a:solidFill>
                  <a:srgbClr val="4F80BC"/>
                </a:solidFill>
                <a:latin typeface="Calibri"/>
                <a:cs typeface="Calibri"/>
              </a:rPr>
              <a:t>tu</a:t>
            </a:r>
            <a:r>
              <a:rPr lang="en-IN" sz="2400" b="1" dirty="0">
                <a:solidFill>
                  <a:srgbClr val="4F80BC"/>
                </a:solidFill>
                <a:latin typeface="Calibri"/>
                <a:cs typeface="Calibri"/>
              </a:rPr>
              <a:t>re</a:t>
            </a:r>
            <a:endParaRPr lang="en-IN" sz="2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44"/>
              </a:spcBef>
            </a:pPr>
            <a:r>
              <a:rPr lang="en-IN" sz="2000" spc="-5" dirty="0">
                <a:latin typeface="Cambria"/>
                <a:cs typeface="Cambria"/>
              </a:rPr>
              <a:t>Buil</a:t>
            </a:r>
            <a:r>
              <a:rPr lang="en-IN" sz="2000" dirty="0">
                <a:latin typeface="Cambria"/>
                <a:cs typeface="Cambria"/>
              </a:rPr>
              <a:t>d</a:t>
            </a:r>
            <a:r>
              <a:rPr lang="en-IN" sz="2000" spc="-15" dirty="0">
                <a:latin typeface="Cambria"/>
                <a:cs typeface="Cambria"/>
              </a:rPr>
              <a:t>Wis</a:t>
            </a:r>
            <a:r>
              <a:rPr lang="en-IN" sz="2000" spc="-10" dirty="0">
                <a:latin typeface="Cambria"/>
                <a:cs typeface="Cambria"/>
              </a:rPr>
              <a:t>e</a:t>
            </a:r>
            <a:r>
              <a:rPr lang="en-IN" sz="2000" spc="-35" dirty="0">
                <a:latin typeface="Times New Roman"/>
                <a:cs typeface="Times New Roman"/>
              </a:rPr>
              <a:t> </a:t>
            </a:r>
            <a:r>
              <a:rPr lang="en-IN" sz="2000" spc="-15" dirty="0">
                <a:latin typeface="Cambria"/>
                <a:cs typeface="Cambria"/>
              </a:rPr>
              <a:t>use</a:t>
            </a:r>
            <a:r>
              <a:rPr lang="en-IN" sz="2000" spc="-10" dirty="0">
                <a:latin typeface="Cambria"/>
                <a:cs typeface="Cambria"/>
              </a:rPr>
              <a:t>s</a:t>
            </a:r>
            <a:r>
              <a:rPr lang="en-IN" sz="2000" spc="-35" dirty="0">
                <a:latin typeface="Times New Roman"/>
                <a:cs typeface="Times New Roman"/>
              </a:rPr>
              <a:t> </a:t>
            </a:r>
            <a:r>
              <a:rPr lang="en-IN" sz="2000" dirty="0">
                <a:latin typeface="Cambria"/>
                <a:cs typeface="Cambria"/>
              </a:rPr>
              <a:t>a</a:t>
            </a:r>
            <a:r>
              <a:rPr lang="en-IN" sz="2000" spc="-35" dirty="0">
                <a:latin typeface="Times New Roman"/>
                <a:cs typeface="Times New Roman"/>
              </a:rPr>
              <a:t> </a:t>
            </a:r>
            <a:r>
              <a:rPr lang="en-IN" sz="2000" b="1" dirty="0">
                <a:latin typeface="Cambria"/>
                <a:cs typeface="Cambria"/>
              </a:rPr>
              <a:t>s</a:t>
            </a:r>
            <a:r>
              <a:rPr lang="en-IN" sz="2000" b="1" spc="5" dirty="0">
                <a:latin typeface="Cambria"/>
                <a:cs typeface="Cambria"/>
              </a:rPr>
              <a:t>t</a:t>
            </a:r>
            <a:r>
              <a:rPr lang="en-IN" sz="2000" b="1" spc="-5" dirty="0">
                <a:latin typeface="Cambria"/>
                <a:cs typeface="Cambria"/>
              </a:rPr>
              <a:t>r</a:t>
            </a:r>
            <a:r>
              <a:rPr lang="en-IN" sz="2000" b="1" spc="-10" dirty="0">
                <a:latin typeface="Cambria"/>
                <a:cs typeface="Cambria"/>
              </a:rPr>
              <a:t>uct</a:t>
            </a:r>
            <a:r>
              <a:rPr lang="en-IN" sz="2000" b="1" dirty="0">
                <a:latin typeface="Cambria"/>
                <a:cs typeface="Cambria"/>
              </a:rPr>
              <a:t>u</a:t>
            </a:r>
            <a:r>
              <a:rPr lang="en-IN" sz="2000" b="1" spc="-5" dirty="0">
                <a:latin typeface="Cambria"/>
                <a:cs typeface="Cambria"/>
              </a:rPr>
              <a:t>re</a:t>
            </a:r>
            <a:r>
              <a:rPr lang="en-IN" sz="2000" b="1" dirty="0">
                <a:latin typeface="Cambria"/>
                <a:cs typeface="Cambria"/>
              </a:rPr>
              <a:t>d</a:t>
            </a:r>
            <a:r>
              <a:rPr lang="en-IN" sz="2000" b="1" spc="-35" dirty="0">
                <a:latin typeface="Times New Roman"/>
                <a:cs typeface="Times New Roman"/>
              </a:rPr>
              <a:t> </a:t>
            </a:r>
            <a:r>
              <a:rPr lang="en-IN" sz="2000" b="1" spc="-10" dirty="0">
                <a:latin typeface="Cambria"/>
                <a:cs typeface="Cambria"/>
              </a:rPr>
              <a:t>AI</a:t>
            </a:r>
            <a:r>
              <a:rPr lang="en-IN" sz="2000" b="1" spc="-40" dirty="0">
                <a:latin typeface="Times New Roman"/>
                <a:cs typeface="Times New Roman"/>
              </a:rPr>
              <a:t> </a:t>
            </a:r>
            <a:r>
              <a:rPr lang="en-IN" sz="2000" b="1" spc="-5" dirty="0">
                <a:latin typeface="Cambria"/>
                <a:cs typeface="Cambria"/>
              </a:rPr>
              <a:t>orches</a:t>
            </a:r>
            <a:r>
              <a:rPr lang="en-IN" sz="2000" b="1" spc="10" dirty="0">
                <a:latin typeface="Cambria"/>
                <a:cs typeface="Cambria"/>
              </a:rPr>
              <a:t>t</a:t>
            </a:r>
            <a:r>
              <a:rPr lang="en-IN" sz="2000" b="1" spc="-5" dirty="0">
                <a:latin typeface="Cambria"/>
                <a:cs typeface="Cambria"/>
              </a:rPr>
              <a:t>r</a:t>
            </a:r>
            <a:r>
              <a:rPr lang="en-IN" sz="2000" b="1" spc="-10" dirty="0">
                <a:latin typeface="Cambria"/>
                <a:cs typeface="Cambria"/>
              </a:rPr>
              <a:t>a</a:t>
            </a:r>
            <a:r>
              <a:rPr lang="en-IN" sz="2000" b="1" dirty="0">
                <a:latin typeface="Cambria"/>
                <a:cs typeface="Cambria"/>
              </a:rPr>
              <a:t>t</a:t>
            </a:r>
            <a:r>
              <a:rPr lang="en-IN" sz="2000" b="1" spc="-10" dirty="0">
                <a:latin typeface="Cambria"/>
                <a:cs typeface="Cambria"/>
              </a:rPr>
              <a:t>i</a:t>
            </a:r>
            <a:r>
              <a:rPr lang="en-IN" sz="2000" b="1" spc="-15" dirty="0">
                <a:latin typeface="Cambria"/>
                <a:cs typeface="Cambria"/>
              </a:rPr>
              <a:t>o</a:t>
            </a:r>
            <a:r>
              <a:rPr lang="en-IN" sz="2000" b="1" spc="-10" dirty="0">
                <a:latin typeface="Cambria"/>
                <a:cs typeface="Cambria"/>
              </a:rPr>
              <a:t>n</a:t>
            </a:r>
            <a:r>
              <a:rPr lang="en-IN" sz="2000" b="1" spc="-35" dirty="0">
                <a:latin typeface="Times New Roman"/>
                <a:cs typeface="Times New Roman"/>
              </a:rPr>
              <a:t> </a:t>
            </a:r>
            <a:r>
              <a:rPr lang="en-IN" sz="2000" b="1" dirty="0">
                <a:latin typeface="Cambria"/>
                <a:cs typeface="Cambria"/>
              </a:rPr>
              <a:t>sta</a:t>
            </a:r>
            <a:r>
              <a:rPr lang="en-IN" sz="2000" b="1" spc="-10" dirty="0">
                <a:latin typeface="Cambria"/>
                <a:cs typeface="Cambria"/>
              </a:rPr>
              <a:t>ck</a:t>
            </a:r>
            <a:r>
              <a:rPr lang="en-IN" sz="2000" b="1" spc="-25" dirty="0">
                <a:latin typeface="Times New Roman"/>
                <a:cs typeface="Times New Roman"/>
              </a:rPr>
              <a:t> </a:t>
            </a:r>
            <a:r>
              <a:rPr lang="en-IN" sz="2000" spc="-20" dirty="0">
                <a:latin typeface="Cambria"/>
                <a:cs typeface="Cambria"/>
              </a:rPr>
              <a:t>d</a:t>
            </a:r>
            <a:r>
              <a:rPr lang="en-IN" sz="2000" spc="-5" dirty="0">
                <a:latin typeface="Cambria"/>
                <a:cs typeface="Cambria"/>
              </a:rPr>
              <a:t>esig</a:t>
            </a:r>
            <a:r>
              <a:rPr lang="en-IN" sz="2000" spc="-15" dirty="0">
                <a:latin typeface="Cambria"/>
                <a:cs typeface="Cambria"/>
              </a:rPr>
              <a:t>n</a:t>
            </a:r>
            <a:r>
              <a:rPr lang="en-IN" sz="2000" spc="-10" dirty="0">
                <a:latin typeface="Cambria"/>
                <a:cs typeface="Cambria"/>
              </a:rPr>
              <a:t>ed</a:t>
            </a:r>
            <a:r>
              <a:rPr lang="en-IN" sz="2000" spc="-35" dirty="0">
                <a:latin typeface="Times New Roman"/>
                <a:cs typeface="Times New Roman"/>
              </a:rPr>
              <a:t> </a:t>
            </a:r>
            <a:r>
              <a:rPr lang="en-IN" sz="2000" spc="-10" dirty="0">
                <a:latin typeface="Cambria"/>
                <a:cs typeface="Cambria"/>
              </a:rPr>
              <a:t>for</a:t>
            </a:r>
            <a:r>
              <a:rPr lang="en-IN" sz="2000" spc="-45" dirty="0">
                <a:latin typeface="Times New Roman"/>
                <a:cs typeface="Times New Roman"/>
              </a:rPr>
              <a:t> </a:t>
            </a:r>
            <a:r>
              <a:rPr lang="en-IN" sz="2000" dirty="0">
                <a:latin typeface="Cambria"/>
                <a:cs typeface="Cambria"/>
              </a:rPr>
              <a:t>p</a:t>
            </a:r>
            <a:r>
              <a:rPr lang="en-IN" sz="2000" spc="-10" dirty="0">
                <a:latin typeface="Cambria"/>
                <a:cs typeface="Cambria"/>
              </a:rPr>
              <a:t>re</a:t>
            </a:r>
            <a:r>
              <a:rPr lang="en-IN" sz="2000" spc="-15" dirty="0">
                <a:latin typeface="Cambria"/>
                <a:cs typeface="Cambria"/>
              </a:rPr>
              <a:t>d</a:t>
            </a:r>
            <a:r>
              <a:rPr lang="en-IN" sz="2000" dirty="0">
                <a:latin typeface="Cambria"/>
                <a:cs typeface="Cambria"/>
              </a:rPr>
              <a:t>ict</a:t>
            </a:r>
            <a:r>
              <a:rPr lang="en-IN" sz="2000" spc="-5" dirty="0">
                <a:latin typeface="Cambria"/>
                <a:cs typeface="Cambria"/>
              </a:rPr>
              <a:t>a</a:t>
            </a:r>
            <a:r>
              <a:rPr lang="en-IN" sz="2000" dirty="0">
                <a:latin typeface="Cambria"/>
                <a:cs typeface="Cambria"/>
              </a:rPr>
              <a:t>b</a:t>
            </a:r>
            <a:r>
              <a:rPr lang="en-IN" sz="2000" spc="-5" dirty="0">
                <a:latin typeface="Cambria"/>
                <a:cs typeface="Cambria"/>
              </a:rPr>
              <a:t>l</a:t>
            </a:r>
            <a:r>
              <a:rPr lang="en-IN" sz="2000" dirty="0">
                <a:latin typeface="Cambria"/>
                <a:cs typeface="Cambria"/>
              </a:rPr>
              <a:t>e</a:t>
            </a:r>
            <a:r>
              <a:rPr lang="en-IN" sz="2000" spc="-40" dirty="0">
                <a:latin typeface="Times New Roman"/>
                <a:cs typeface="Times New Roman"/>
              </a:rPr>
              <a:t> </a:t>
            </a:r>
            <a:r>
              <a:rPr lang="en-IN" sz="2000" dirty="0">
                <a:latin typeface="Cambria"/>
                <a:cs typeface="Cambria"/>
              </a:rPr>
              <a:t>outp</a:t>
            </a:r>
            <a:r>
              <a:rPr lang="en-IN" sz="2000" spc="-10" dirty="0">
                <a:latin typeface="Cambria"/>
                <a:cs typeface="Cambria"/>
              </a:rPr>
              <a:t>uts:</a:t>
            </a:r>
            <a:endParaRPr lang="en-IN" sz="2000" dirty="0">
              <a:latin typeface="Cambria"/>
              <a:cs typeface="Cambria"/>
            </a:endParaRPr>
          </a:p>
          <a:p>
            <a:pPr marL="469265" lvl="1" indent="-304165">
              <a:lnSpc>
                <a:spcPct val="100000"/>
              </a:lnSpc>
              <a:spcBef>
                <a:spcPts val="865"/>
              </a:spcBef>
              <a:buFont typeface="Cambria"/>
              <a:buChar char="•"/>
              <a:tabLst>
                <a:tab pos="469900" algn="l"/>
              </a:tabLst>
            </a:pPr>
            <a:r>
              <a:rPr lang="en-IN" sz="2000" spc="-10" dirty="0">
                <a:latin typeface="Cambria"/>
                <a:cs typeface="Cambria"/>
              </a:rPr>
              <a:t>L</a:t>
            </a:r>
            <a:r>
              <a:rPr lang="en-IN" sz="2000" spc="-5" dirty="0">
                <a:latin typeface="Cambria"/>
                <a:cs typeface="Cambria"/>
              </a:rPr>
              <a:t>a</a:t>
            </a:r>
            <a:r>
              <a:rPr lang="en-IN" sz="2000" dirty="0">
                <a:latin typeface="Cambria"/>
                <a:cs typeface="Cambria"/>
              </a:rPr>
              <a:t>n</a:t>
            </a:r>
            <a:r>
              <a:rPr lang="en-IN" sz="2000" spc="-5" dirty="0">
                <a:latin typeface="Cambria"/>
                <a:cs typeface="Cambria"/>
              </a:rPr>
              <a:t>g</a:t>
            </a:r>
            <a:r>
              <a:rPr lang="en-IN" sz="2000" spc="-15" dirty="0">
                <a:latin typeface="Cambria"/>
                <a:cs typeface="Cambria"/>
              </a:rPr>
              <a:t>C</a:t>
            </a:r>
            <a:r>
              <a:rPr lang="en-IN" sz="2000" spc="-10" dirty="0">
                <a:latin typeface="Cambria"/>
                <a:cs typeface="Cambria"/>
              </a:rPr>
              <a:t>hain</a:t>
            </a:r>
            <a:r>
              <a:rPr lang="en-IN" sz="2000" spc="-35" dirty="0">
                <a:latin typeface="Times New Roman"/>
                <a:cs typeface="Times New Roman"/>
              </a:rPr>
              <a:t> </a:t>
            </a:r>
            <a:r>
              <a:rPr lang="en-IN" sz="2000" spc="-10" dirty="0">
                <a:latin typeface="Cambria"/>
                <a:cs typeface="Cambria"/>
              </a:rPr>
              <a:t>o</a:t>
            </a:r>
            <a:r>
              <a:rPr lang="en-IN" sz="2000" spc="-15" dirty="0">
                <a:latin typeface="Cambria"/>
                <a:cs typeface="Cambria"/>
              </a:rPr>
              <a:t>r</a:t>
            </a:r>
            <a:r>
              <a:rPr lang="en-IN" sz="2000" spc="-10" dirty="0">
                <a:latin typeface="Cambria"/>
                <a:cs typeface="Cambria"/>
              </a:rPr>
              <a:t>c</a:t>
            </a:r>
            <a:r>
              <a:rPr lang="en-IN" sz="2000" spc="-15" dirty="0">
                <a:latin typeface="Cambria"/>
                <a:cs typeface="Cambria"/>
              </a:rPr>
              <a:t>h</a:t>
            </a:r>
            <a:r>
              <a:rPr lang="en-IN" sz="2000" spc="-5" dirty="0">
                <a:latin typeface="Cambria"/>
                <a:cs typeface="Cambria"/>
              </a:rPr>
              <a:t>est</a:t>
            </a:r>
            <a:r>
              <a:rPr lang="en-IN" sz="2000" spc="-10" dirty="0">
                <a:latin typeface="Cambria"/>
                <a:cs typeface="Cambria"/>
              </a:rPr>
              <a:t>r</a:t>
            </a:r>
            <a:r>
              <a:rPr lang="en-IN" sz="2000" spc="-5" dirty="0">
                <a:latin typeface="Cambria"/>
                <a:cs typeface="Cambria"/>
              </a:rPr>
              <a:t>a</a:t>
            </a:r>
            <a:r>
              <a:rPr lang="en-IN" sz="2000" dirty="0">
                <a:latin typeface="Cambria"/>
                <a:cs typeface="Cambria"/>
              </a:rPr>
              <a:t>t</a:t>
            </a:r>
            <a:r>
              <a:rPr lang="en-IN" sz="2000" spc="-10" dirty="0">
                <a:latin typeface="Cambria"/>
                <a:cs typeface="Cambria"/>
              </a:rPr>
              <a:t>ion</a:t>
            </a:r>
            <a:r>
              <a:rPr lang="en-IN" sz="2000" spc="-40" dirty="0">
                <a:latin typeface="Times New Roman"/>
                <a:cs typeface="Times New Roman"/>
              </a:rPr>
              <a:t> </a:t>
            </a:r>
            <a:r>
              <a:rPr lang="en-IN" sz="2000" spc="-5" dirty="0">
                <a:latin typeface="Cambria"/>
                <a:cs typeface="Cambria"/>
              </a:rPr>
              <a:t>wit</a:t>
            </a:r>
            <a:r>
              <a:rPr lang="en-IN" sz="2000" dirty="0">
                <a:latin typeface="Cambria"/>
                <a:cs typeface="Cambria"/>
              </a:rPr>
              <a:t>h</a:t>
            </a:r>
            <a:r>
              <a:rPr lang="en-IN" sz="2000" spc="-35" dirty="0">
                <a:latin typeface="Times New Roman"/>
                <a:cs typeface="Times New Roman"/>
              </a:rPr>
              <a:t> </a:t>
            </a:r>
            <a:r>
              <a:rPr lang="en-IN" sz="2000" spc="-10" dirty="0">
                <a:latin typeface="Cambria"/>
                <a:cs typeface="Cambria"/>
              </a:rPr>
              <a:t>schem</a:t>
            </a:r>
            <a:r>
              <a:rPr lang="en-IN" sz="2000" spc="-5" dirty="0">
                <a:latin typeface="Cambria"/>
                <a:cs typeface="Cambria"/>
              </a:rPr>
              <a:t>a-</a:t>
            </a:r>
            <a:r>
              <a:rPr lang="en-IN" sz="2000" spc="-10" dirty="0">
                <a:latin typeface="Cambria"/>
                <a:cs typeface="Cambria"/>
              </a:rPr>
              <a:t>enf</a:t>
            </a:r>
            <a:r>
              <a:rPr lang="en-IN" sz="2000" spc="-15" dirty="0">
                <a:latin typeface="Cambria"/>
                <a:cs typeface="Cambria"/>
              </a:rPr>
              <a:t>o</a:t>
            </a:r>
            <a:r>
              <a:rPr lang="en-IN" sz="2000" spc="-10" dirty="0">
                <a:latin typeface="Cambria"/>
                <a:cs typeface="Cambria"/>
              </a:rPr>
              <a:t>rc</a:t>
            </a:r>
            <a:r>
              <a:rPr lang="en-IN" sz="2000" dirty="0">
                <a:latin typeface="Cambria"/>
                <a:cs typeface="Cambria"/>
              </a:rPr>
              <a:t>e</a:t>
            </a:r>
            <a:r>
              <a:rPr lang="en-IN" sz="2000" spc="-10" dirty="0">
                <a:latin typeface="Cambria"/>
                <a:cs typeface="Cambria"/>
              </a:rPr>
              <a:t>d</a:t>
            </a:r>
            <a:r>
              <a:rPr lang="en-IN" sz="2000" spc="-35" dirty="0">
                <a:latin typeface="Times New Roman"/>
                <a:cs typeface="Times New Roman"/>
              </a:rPr>
              <a:t> </a:t>
            </a:r>
            <a:r>
              <a:rPr lang="en-IN" sz="2000" spc="-10" dirty="0">
                <a:latin typeface="Cambria"/>
                <a:cs typeface="Cambria"/>
              </a:rPr>
              <a:t>res</a:t>
            </a:r>
            <a:r>
              <a:rPr lang="en-IN" sz="2000" spc="-5" dirty="0">
                <a:latin typeface="Cambria"/>
                <a:cs typeface="Cambria"/>
              </a:rPr>
              <a:t>p</a:t>
            </a:r>
            <a:r>
              <a:rPr lang="en-IN" sz="2000" spc="-10" dirty="0">
                <a:latin typeface="Cambria"/>
                <a:cs typeface="Cambria"/>
              </a:rPr>
              <a:t>onses</a:t>
            </a:r>
            <a:endParaRPr lang="en-IN" sz="2000" dirty="0">
              <a:latin typeface="Cambria"/>
              <a:cs typeface="Cambria"/>
            </a:endParaRPr>
          </a:p>
          <a:p>
            <a:pPr marL="469265" lvl="1" indent="-304165">
              <a:lnSpc>
                <a:spcPct val="100000"/>
              </a:lnSpc>
              <a:spcBef>
                <a:spcPts val="145"/>
              </a:spcBef>
              <a:buFont typeface="Cambria"/>
              <a:buChar char="•"/>
              <a:tabLst>
                <a:tab pos="469900" algn="l"/>
              </a:tabLst>
            </a:pPr>
            <a:r>
              <a:rPr lang="en-IN" sz="2000" spc="-10" dirty="0" err="1">
                <a:latin typeface="Cambria"/>
                <a:cs typeface="Cambria"/>
              </a:rPr>
              <a:t>Zo</a:t>
            </a:r>
            <a:r>
              <a:rPr lang="en-IN" sz="2000" spc="-5" dirty="0" err="1">
                <a:latin typeface="Cambria"/>
                <a:cs typeface="Cambria"/>
              </a:rPr>
              <a:t>d</a:t>
            </a:r>
            <a:r>
              <a:rPr lang="en-IN" sz="2000" spc="-5" dirty="0">
                <a:latin typeface="Cambria"/>
                <a:cs typeface="Cambria"/>
              </a:rPr>
              <a:t>-</a:t>
            </a:r>
            <a:r>
              <a:rPr lang="en-IN" sz="2000" dirty="0">
                <a:latin typeface="Cambria"/>
                <a:cs typeface="Cambria"/>
              </a:rPr>
              <a:t>b</a:t>
            </a:r>
            <a:r>
              <a:rPr lang="en-IN" sz="2000" spc="-15" dirty="0">
                <a:latin typeface="Cambria"/>
                <a:cs typeface="Cambria"/>
              </a:rPr>
              <a:t>as</a:t>
            </a:r>
            <a:r>
              <a:rPr lang="en-IN" sz="2000" spc="-20" dirty="0">
                <a:latin typeface="Cambria"/>
                <a:cs typeface="Cambria"/>
              </a:rPr>
              <a:t>e</a:t>
            </a:r>
            <a:r>
              <a:rPr lang="en-IN" sz="2000" spc="-10" dirty="0">
                <a:latin typeface="Cambria"/>
                <a:cs typeface="Cambria"/>
              </a:rPr>
              <a:t>d</a:t>
            </a:r>
            <a:r>
              <a:rPr lang="en-IN" sz="2000" spc="-35" dirty="0">
                <a:latin typeface="Times New Roman"/>
                <a:cs typeface="Times New Roman"/>
              </a:rPr>
              <a:t> </a:t>
            </a:r>
            <a:r>
              <a:rPr lang="en-IN" sz="2000" spc="-5" dirty="0">
                <a:latin typeface="Cambria"/>
                <a:cs typeface="Cambria"/>
              </a:rPr>
              <a:t>d</a:t>
            </a:r>
            <a:r>
              <a:rPr lang="en-IN" sz="2000" spc="-20" dirty="0">
                <a:latin typeface="Cambria"/>
                <a:cs typeface="Cambria"/>
              </a:rPr>
              <a:t>e</a:t>
            </a:r>
            <a:r>
              <a:rPr lang="en-IN" sz="2000" spc="-5" dirty="0">
                <a:latin typeface="Cambria"/>
                <a:cs typeface="Cambria"/>
              </a:rPr>
              <a:t>t</a:t>
            </a:r>
            <a:r>
              <a:rPr lang="en-IN" sz="2000" dirty="0">
                <a:latin typeface="Cambria"/>
                <a:cs typeface="Cambria"/>
              </a:rPr>
              <a:t>e</a:t>
            </a:r>
            <a:r>
              <a:rPr lang="en-IN" sz="2000" spc="-10" dirty="0">
                <a:latin typeface="Cambria"/>
                <a:cs typeface="Cambria"/>
              </a:rPr>
              <a:t>rminist</a:t>
            </a:r>
            <a:r>
              <a:rPr lang="en-IN" sz="2000" spc="-15" dirty="0">
                <a:latin typeface="Cambria"/>
                <a:cs typeface="Cambria"/>
              </a:rPr>
              <a:t>i</a:t>
            </a:r>
            <a:r>
              <a:rPr lang="en-IN" sz="2000" spc="-10" dirty="0">
                <a:latin typeface="Cambria"/>
                <a:cs typeface="Cambria"/>
              </a:rPr>
              <a:t>c</a:t>
            </a:r>
            <a:r>
              <a:rPr lang="en-IN" sz="2000" spc="-40" dirty="0">
                <a:latin typeface="Times New Roman"/>
                <a:cs typeface="Times New Roman"/>
              </a:rPr>
              <a:t> </a:t>
            </a:r>
            <a:r>
              <a:rPr lang="en-IN" sz="2000" spc="-5" dirty="0">
                <a:latin typeface="Cambria"/>
                <a:cs typeface="Cambria"/>
              </a:rPr>
              <a:t>st</a:t>
            </a:r>
            <a:r>
              <a:rPr lang="en-IN" sz="2000" spc="-10" dirty="0">
                <a:latin typeface="Cambria"/>
                <a:cs typeface="Cambria"/>
              </a:rPr>
              <a:t>r</a:t>
            </a:r>
            <a:r>
              <a:rPr lang="en-IN" sz="2000" spc="-5" dirty="0">
                <a:latin typeface="Cambria"/>
                <a:cs typeface="Cambria"/>
              </a:rPr>
              <a:t>uctur</a:t>
            </a:r>
            <a:r>
              <a:rPr lang="en-IN" sz="2000" spc="-10" dirty="0">
                <a:latin typeface="Cambria"/>
                <a:cs typeface="Cambria"/>
              </a:rPr>
              <a:t>ed</a:t>
            </a:r>
            <a:r>
              <a:rPr lang="en-IN" sz="2000" spc="-30" dirty="0">
                <a:latin typeface="Times New Roman"/>
                <a:cs typeface="Times New Roman"/>
              </a:rPr>
              <a:t> </a:t>
            </a:r>
            <a:r>
              <a:rPr lang="en-IN" sz="2000" spc="-5" dirty="0">
                <a:latin typeface="Cambria"/>
                <a:cs typeface="Cambria"/>
              </a:rPr>
              <a:t>JS</a:t>
            </a:r>
            <a:r>
              <a:rPr lang="en-IN" sz="2000" spc="-15" dirty="0">
                <a:latin typeface="Cambria"/>
                <a:cs typeface="Cambria"/>
              </a:rPr>
              <a:t>O</a:t>
            </a:r>
            <a:r>
              <a:rPr lang="en-IN" sz="2000" spc="-10" dirty="0">
                <a:latin typeface="Cambria"/>
                <a:cs typeface="Cambria"/>
              </a:rPr>
              <a:t>N</a:t>
            </a:r>
            <a:r>
              <a:rPr lang="en-IN" sz="2000" spc="-45" dirty="0">
                <a:latin typeface="Times New Roman"/>
                <a:cs typeface="Times New Roman"/>
              </a:rPr>
              <a:t> </a:t>
            </a:r>
            <a:r>
              <a:rPr lang="en-IN" sz="2000" dirty="0">
                <a:latin typeface="Cambria"/>
                <a:cs typeface="Cambria"/>
              </a:rPr>
              <a:t>p</a:t>
            </a:r>
            <a:r>
              <a:rPr lang="en-IN" sz="2000" spc="-15" dirty="0">
                <a:latin typeface="Cambria"/>
                <a:cs typeface="Cambria"/>
              </a:rPr>
              <a:t>arser</a:t>
            </a:r>
            <a:r>
              <a:rPr lang="en-IN" sz="2000" spc="-10" dirty="0">
                <a:latin typeface="Cambria"/>
                <a:cs typeface="Cambria"/>
              </a:rPr>
              <a:t>s</a:t>
            </a:r>
            <a:endParaRPr lang="en-IN" sz="2000" dirty="0">
              <a:latin typeface="Cambria"/>
              <a:cs typeface="Cambria"/>
            </a:endParaRPr>
          </a:p>
          <a:p>
            <a:pPr marL="469265" lvl="1" indent="-304165">
              <a:lnSpc>
                <a:spcPct val="100000"/>
              </a:lnSpc>
              <a:spcBef>
                <a:spcPts val="140"/>
              </a:spcBef>
              <a:buFont typeface="Cambria"/>
              <a:buChar char="•"/>
              <a:tabLst>
                <a:tab pos="469900" algn="l"/>
              </a:tabLst>
            </a:pPr>
            <a:r>
              <a:rPr lang="en-IN" sz="2000" spc="-15" dirty="0">
                <a:latin typeface="Cambria"/>
                <a:cs typeface="Cambria"/>
              </a:rPr>
              <a:t>O</a:t>
            </a:r>
            <a:r>
              <a:rPr lang="en-IN" sz="2000" spc="-20" dirty="0">
                <a:latin typeface="Cambria"/>
                <a:cs typeface="Cambria"/>
              </a:rPr>
              <a:t>C</a:t>
            </a:r>
            <a:r>
              <a:rPr lang="en-IN" sz="2000" dirty="0">
                <a:latin typeface="Cambria"/>
                <a:cs typeface="Cambria"/>
              </a:rPr>
              <a:t>R</a:t>
            </a:r>
            <a:r>
              <a:rPr lang="en-IN" sz="2000" spc="-40" dirty="0">
                <a:latin typeface="Times New Roman"/>
                <a:cs typeface="Times New Roman"/>
              </a:rPr>
              <a:t> </a:t>
            </a:r>
            <a:r>
              <a:rPr lang="en-IN" sz="2000" spc="-10" dirty="0">
                <a:latin typeface="Cambria"/>
                <a:cs typeface="Cambria"/>
              </a:rPr>
              <a:t>+</a:t>
            </a:r>
            <a:r>
              <a:rPr lang="en-IN" sz="2000" spc="-45" dirty="0">
                <a:latin typeface="Times New Roman"/>
                <a:cs typeface="Times New Roman"/>
              </a:rPr>
              <a:t> </a:t>
            </a:r>
            <a:r>
              <a:rPr lang="en-IN" sz="2000" spc="-10" dirty="0">
                <a:latin typeface="Cambria"/>
                <a:cs typeface="Cambria"/>
              </a:rPr>
              <a:t>PDF</a:t>
            </a:r>
            <a:r>
              <a:rPr lang="en-IN" sz="2000" spc="-35" dirty="0">
                <a:latin typeface="Times New Roman"/>
                <a:cs typeface="Times New Roman"/>
              </a:rPr>
              <a:t> </a:t>
            </a:r>
            <a:r>
              <a:rPr lang="en-IN" sz="2000" dirty="0">
                <a:latin typeface="Cambria"/>
                <a:cs typeface="Cambria"/>
              </a:rPr>
              <a:t>p</a:t>
            </a:r>
            <a:r>
              <a:rPr lang="en-IN" sz="2000" spc="-15" dirty="0">
                <a:latin typeface="Cambria"/>
                <a:cs typeface="Cambria"/>
              </a:rPr>
              <a:t>arsin</a:t>
            </a:r>
            <a:r>
              <a:rPr lang="en-IN" sz="2000" spc="-10" dirty="0">
                <a:latin typeface="Cambria"/>
                <a:cs typeface="Cambria"/>
              </a:rPr>
              <a:t>g</a:t>
            </a:r>
            <a:r>
              <a:rPr lang="en-IN" sz="2000" spc="-35" dirty="0">
                <a:latin typeface="Times New Roman"/>
                <a:cs typeface="Times New Roman"/>
              </a:rPr>
              <a:t> </a:t>
            </a:r>
            <a:r>
              <a:rPr lang="en-IN" sz="2000" spc="-15" dirty="0">
                <a:latin typeface="Cambria"/>
                <a:cs typeface="Cambria"/>
              </a:rPr>
              <a:t>p</a:t>
            </a:r>
            <a:r>
              <a:rPr lang="en-IN" sz="2000" spc="-5" dirty="0">
                <a:latin typeface="Cambria"/>
                <a:cs typeface="Cambria"/>
              </a:rPr>
              <a:t>i</a:t>
            </a:r>
            <a:r>
              <a:rPr lang="en-IN" sz="2000" dirty="0">
                <a:latin typeface="Cambria"/>
                <a:cs typeface="Cambria"/>
              </a:rPr>
              <a:t>p</a:t>
            </a:r>
            <a:r>
              <a:rPr lang="en-IN" sz="2000" spc="-20" dirty="0">
                <a:latin typeface="Cambria"/>
                <a:cs typeface="Cambria"/>
              </a:rPr>
              <a:t>e</a:t>
            </a:r>
            <a:r>
              <a:rPr lang="en-IN" sz="2000" spc="-5" dirty="0">
                <a:latin typeface="Cambria"/>
                <a:cs typeface="Cambria"/>
              </a:rPr>
              <a:t>lin</a:t>
            </a:r>
            <a:r>
              <a:rPr lang="en-IN" sz="2000" dirty="0">
                <a:latin typeface="Cambria"/>
                <a:cs typeface="Cambria"/>
              </a:rPr>
              <a:t>e</a:t>
            </a:r>
            <a:r>
              <a:rPr lang="en-IN" sz="2000" spc="-30" dirty="0">
                <a:latin typeface="Times New Roman"/>
                <a:cs typeface="Times New Roman"/>
              </a:rPr>
              <a:t> </a:t>
            </a:r>
            <a:r>
              <a:rPr lang="en-IN" sz="2000" dirty="0">
                <a:latin typeface="Cambria"/>
                <a:cs typeface="Cambria"/>
              </a:rPr>
              <a:t>(plan</a:t>
            </a:r>
            <a:r>
              <a:rPr lang="en-IN" sz="2000" spc="-5" dirty="0">
                <a:latin typeface="Cambria"/>
                <a:cs typeface="Cambria"/>
              </a:rPr>
              <a:t>s,</a:t>
            </a:r>
            <a:r>
              <a:rPr lang="en-IN" sz="2000" spc="-35" dirty="0">
                <a:latin typeface="Times New Roman"/>
                <a:cs typeface="Times New Roman"/>
              </a:rPr>
              <a:t> </a:t>
            </a:r>
            <a:r>
              <a:rPr lang="en-IN" sz="2000" spc="-25" dirty="0">
                <a:latin typeface="Cambria"/>
                <a:cs typeface="Cambria"/>
              </a:rPr>
              <a:t>s</a:t>
            </a:r>
            <a:r>
              <a:rPr lang="en-IN" sz="2000" dirty="0">
                <a:latin typeface="Cambria"/>
                <a:cs typeface="Cambria"/>
              </a:rPr>
              <a:t>p</a:t>
            </a:r>
            <a:r>
              <a:rPr lang="en-IN" sz="2000" spc="-5" dirty="0">
                <a:latin typeface="Cambria"/>
                <a:cs typeface="Cambria"/>
              </a:rPr>
              <a:t>ecs,</a:t>
            </a:r>
            <a:r>
              <a:rPr lang="en-IN" sz="2000" spc="-45" dirty="0">
                <a:latin typeface="Times New Roman"/>
                <a:cs typeface="Times New Roman"/>
              </a:rPr>
              <a:t> </a:t>
            </a:r>
            <a:r>
              <a:rPr lang="en-IN" sz="2000" spc="-10" dirty="0">
                <a:latin typeface="Cambria"/>
                <a:cs typeface="Cambria"/>
              </a:rPr>
              <a:t>images)</a:t>
            </a:r>
            <a:endParaRPr lang="en-IN" sz="2000" dirty="0">
              <a:latin typeface="Cambria"/>
              <a:cs typeface="Cambria"/>
            </a:endParaRPr>
          </a:p>
          <a:p>
            <a:pPr marL="469265" lvl="1" indent="-304165">
              <a:lnSpc>
                <a:spcPct val="100000"/>
              </a:lnSpc>
              <a:spcBef>
                <a:spcPts val="155"/>
              </a:spcBef>
              <a:buFont typeface="Cambria"/>
              <a:buChar char="•"/>
              <a:tabLst>
                <a:tab pos="469900" algn="l"/>
              </a:tabLst>
            </a:pPr>
            <a:r>
              <a:rPr lang="en-IN" sz="2000" dirty="0">
                <a:latin typeface="Cambria"/>
                <a:cs typeface="Cambria"/>
              </a:rPr>
              <a:t>Met</a:t>
            </a:r>
            <a:r>
              <a:rPr lang="en-IN" sz="2000" spc="-10" dirty="0">
                <a:latin typeface="Cambria"/>
                <a:cs typeface="Cambria"/>
              </a:rPr>
              <a:t>a</a:t>
            </a:r>
            <a:r>
              <a:rPr lang="en-IN" sz="2000" spc="-5" dirty="0">
                <a:latin typeface="Cambria"/>
                <a:cs typeface="Cambria"/>
              </a:rPr>
              <a:t>da</a:t>
            </a:r>
            <a:r>
              <a:rPr lang="en-IN" sz="2000" dirty="0">
                <a:latin typeface="Cambria"/>
                <a:cs typeface="Cambria"/>
              </a:rPr>
              <a:t>ta</a:t>
            </a:r>
            <a:r>
              <a:rPr lang="en-IN" sz="2000" spc="-40" dirty="0">
                <a:latin typeface="Times New Roman"/>
                <a:cs typeface="Times New Roman"/>
              </a:rPr>
              <a:t> </a:t>
            </a:r>
            <a:r>
              <a:rPr lang="en-IN" sz="2000" dirty="0">
                <a:latin typeface="Cambria"/>
                <a:cs typeface="Cambria"/>
              </a:rPr>
              <a:t>t</a:t>
            </a:r>
            <a:r>
              <a:rPr lang="en-IN" sz="2000" spc="-5" dirty="0">
                <a:latin typeface="Cambria"/>
                <a:cs typeface="Cambria"/>
              </a:rPr>
              <a:t>ag</a:t>
            </a:r>
            <a:r>
              <a:rPr lang="en-IN" sz="2000" spc="-10" dirty="0">
                <a:latin typeface="Cambria"/>
                <a:cs typeface="Cambria"/>
              </a:rPr>
              <a:t>g</a:t>
            </a:r>
            <a:r>
              <a:rPr lang="en-IN" sz="2000" spc="-5" dirty="0">
                <a:latin typeface="Cambria"/>
                <a:cs typeface="Cambria"/>
              </a:rPr>
              <a:t>in</a:t>
            </a:r>
            <a:r>
              <a:rPr lang="en-IN" sz="2000" dirty="0">
                <a:latin typeface="Cambria"/>
                <a:cs typeface="Cambria"/>
              </a:rPr>
              <a:t>g</a:t>
            </a:r>
            <a:r>
              <a:rPr lang="en-IN" sz="2000" spc="-45" dirty="0">
                <a:latin typeface="Times New Roman"/>
                <a:cs typeface="Times New Roman"/>
              </a:rPr>
              <a:t> </a:t>
            </a:r>
            <a:r>
              <a:rPr lang="en-IN" sz="2000" spc="-5" dirty="0">
                <a:latin typeface="Cambria"/>
                <a:cs typeface="Cambria"/>
              </a:rPr>
              <a:t>(</a:t>
            </a:r>
            <a:r>
              <a:rPr lang="en-IN" sz="2000" spc="-15" dirty="0">
                <a:latin typeface="Cambria"/>
                <a:cs typeface="Cambria"/>
              </a:rPr>
              <a:t>r</a:t>
            </a:r>
            <a:r>
              <a:rPr lang="en-IN" sz="2000" spc="-10" dirty="0">
                <a:latin typeface="Cambria"/>
                <a:cs typeface="Cambria"/>
              </a:rPr>
              <a:t>oo</a:t>
            </a:r>
            <a:r>
              <a:rPr lang="en-IN" sz="2000" spc="-15" dirty="0">
                <a:latin typeface="Cambria"/>
                <a:cs typeface="Cambria"/>
              </a:rPr>
              <a:t>m</a:t>
            </a:r>
            <a:r>
              <a:rPr lang="en-IN" sz="2000" spc="-5" dirty="0">
                <a:latin typeface="Cambria"/>
                <a:cs typeface="Cambria"/>
              </a:rPr>
              <a:t>s,</a:t>
            </a:r>
            <a:r>
              <a:rPr lang="en-IN" sz="2000" spc="-35" dirty="0">
                <a:latin typeface="Times New Roman"/>
                <a:cs typeface="Times New Roman"/>
              </a:rPr>
              <a:t> </a:t>
            </a:r>
            <a:r>
              <a:rPr lang="en-IN" sz="2000" spc="-10" dirty="0">
                <a:latin typeface="Cambria"/>
                <a:cs typeface="Cambria"/>
              </a:rPr>
              <a:t>tra</a:t>
            </a:r>
            <a:r>
              <a:rPr lang="en-IN" sz="2000" spc="-5" dirty="0">
                <a:latin typeface="Cambria"/>
                <a:cs typeface="Cambria"/>
              </a:rPr>
              <a:t>d</a:t>
            </a:r>
            <a:r>
              <a:rPr lang="en-IN" sz="2000" spc="-10" dirty="0">
                <a:latin typeface="Cambria"/>
                <a:cs typeface="Cambria"/>
              </a:rPr>
              <a:t>e</a:t>
            </a:r>
            <a:r>
              <a:rPr lang="en-IN" sz="2000" spc="-20" dirty="0">
                <a:latin typeface="Cambria"/>
                <a:cs typeface="Cambria"/>
              </a:rPr>
              <a:t>s</a:t>
            </a:r>
            <a:r>
              <a:rPr lang="en-IN" sz="2000" dirty="0">
                <a:latin typeface="Cambria"/>
                <a:cs typeface="Cambria"/>
              </a:rPr>
              <a:t>,</a:t>
            </a:r>
            <a:r>
              <a:rPr lang="en-IN" sz="2000" spc="-35" dirty="0">
                <a:latin typeface="Times New Roman"/>
                <a:cs typeface="Times New Roman"/>
              </a:rPr>
              <a:t> </a:t>
            </a:r>
            <a:r>
              <a:rPr lang="en-IN" sz="2000" spc="-5" dirty="0">
                <a:latin typeface="Cambria"/>
                <a:cs typeface="Cambria"/>
              </a:rPr>
              <a:t>sheets,</a:t>
            </a:r>
            <a:r>
              <a:rPr lang="en-IN" sz="2000" spc="-35" dirty="0">
                <a:latin typeface="Times New Roman"/>
                <a:cs typeface="Times New Roman"/>
              </a:rPr>
              <a:t> </a:t>
            </a:r>
            <a:r>
              <a:rPr lang="en-IN" sz="2000" spc="-5" dirty="0">
                <a:latin typeface="Cambria"/>
                <a:cs typeface="Cambria"/>
              </a:rPr>
              <a:t>lev</a:t>
            </a:r>
            <a:r>
              <a:rPr lang="en-IN" sz="2000" dirty="0">
                <a:latin typeface="Cambria"/>
                <a:cs typeface="Cambria"/>
              </a:rPr>
              <a:t>e</a:t>
            </a:r>
            <a:r>
              <a:rPr lang="en-IN" sz="2000" spc="-15" dirty="0">
                <a:latin typeface="Cambria"/>
                <a:cs typeface="Cambria"/>
              </a:rPr>
              <a:t>l</a:t>
            </a:r>
            <a:r>
              <a:rPr lang="en-IN" sz="2000" spc="-5" dirty="0">
                <a:latin typeface="Cambria"/>
                <a:cs typeface="Cambria"/>
              </a:rPr>
              <a:t>s)</a:t>
            </a:r>
            <a:endParaRPr lang="en-IN" sz="2000" dirty="0">
              <a:latin typeface="Cambria"/>
              <a:cs typeface="Cambria"/>
            </a:endParaRPr>
          </a:p>
          <a:p>
            <a:pPr marL="469265" lvl="1" indent="-304165">
              <a:lnSpc>
                <a:spcPct val="100000"/>
              </a:lnSpc>
              <a:spcBef>
                <a:spcPts val="145"/>
              </a:spcBef>
              <a:buFont typeface="Cambria"/>
              <a:buChar char="•"/>
              <a:tabLst>
                <a:tab pos="469900" algn="l"/>
              </a:tabLst>
            </a:pPr>
            <a:r>
              <a:rPr lang="en-IN" sz="2000" spc="-15" dirty="0">
                <a:latin typeface="Cambria"/>
                <a:cs typeface="Cambria"/>
              </a:rPr>
              <a:t>C</a:t>
            </a:r>
            <a:r>
              <a:rPr lang="en-IN" sz="2000" dirty="0">
                <a:latin typeface="Cambria"/>
                <a:cs typeface="Cambria"/>
              </a:rPr>
              <a:t>h</a:t>
            </a:r>
            <a:r>
              <a:rPr lang="en-IN" sz="2000" spc="-5" dirty="0">
                <a:latin typeface="Cambria"/>
                <a:cs typeface="Cambria"/>
              </a:rPr>
              <a:t>unkin</a:t>
            </a:r>
            <a:r>
              <a:rPr lang="en-IN" sz="2000" dirty="0">
                <a:latin typeface="Cambria"/>
                <a:cs typeface="Cambria"/>
              </a:rPr>
              <a:t>g</a:t>
            </a:r>
            <a:r>
              <a:rPr lang="en-IN" sz="2000" spc="-40" dirty="0">
                <a:latin typeface="Times New Roman"/>
                <a:cs typeface="Times New Roman"/>
              </a:rPr>
              <a:t> </a:t>
            </a:r>
            <a:r>
              <a:rPr lang="en-IN" sz="2000" spc="-10" dirty="0">
                <a:latin typeface="Cambria"/>
                <a:cs typeface="Cambria"/>
              </a:rPr>
              <a:t>+</a:t>
            </a:r>
            <a:r>
              <a:rPr lang="en-IN" sz="2000" spc="-45" dirty="0">
                <a:latin typeface="Times New Roman"/>
                <a:cs typeface="Times New Roman"/>
              </a:rPr>
              <a:t> </a:t>
            </a:r>
            <a:r>
              <a:rPr lang="en-IN" sz="2000" dirty="0">
                <a:latin typeface="Cambria"/>
                <a:cs typeface="Cambria"/>
              </a:rPr>
              <a:t>emb</a:t>
            </a:r>
            <a:r>
              <a:rPr lang="en-IN" sz="2000" spc="-10" dirty="0">
                <a:latin typeface="Cambria"/>
                <a:cs typeface="Cambria"/>
              </a:rPr>
              <a:t>e</a:t>
            </a:r>
            <a:r>
              <a:rPr lang="en-IN" sz="2000" spc="-5" dirty="0">
                <a:latin typeface="Cambria"/>
                <a:cs typeface="Cambria"/>
              </a:rPr>
              <a:t>dding</a:t>
            </a:r>
            <a:r>
              <a:rPr lang="en-IN" sz="2000" spc="-10" dirty="0">
                <a:latin typeface="Cambria"/>
                <a:cs typeface="Cambria"/>
              </a:rPr>
              <a:t>s</a:t>
            </a:r>
            <a:r>
              <a:rPr lang="en-IN" sz="2000" spc="-40" dirty="0">
                <a:latin typeface="Times New Roman"/>
                <a:cs typeface="Times New Roman"/>
              </a:rPr>
              <a:t> </a:t>
            </a:r>
            <a:r>
              <a:rPr lang="en-IN" sz="2000" spc="-5" dirty="0">
                <a:latin typeface="Cambria"/>
                <a:cs typeface="Cambria"/>
              </a:rPr>
              <a:t>f</a:t>
            </a:r>
            <a:r>
              <a:rPr lang="en-IN" sz="2000" spc="-15" dirty="0">
                <a:latin typeface="Cambria"/>
                <a:cs typeface="Cambria"/>
              </a:rPr>
              <a:t>o</a:t>
            </a:r>
            <a:r>
              <a:rPr lang="en-IN" sz="2000" spc="-5" dirty="0">
                <a:latin typeface="Cambria"/>
                <a:cs typeface="Cambria"/>
              </a:rPr>
              <a:t>r</a:t>
            </a:r>
            <a:r>
              <a:rPr lang="en-IN" sz="2000" spc="-45" dirty="0">
                <a:latin typeface="Times New Roman"/>
                <a:cs typeface="Times New Roman"/>
              </a:rPr>
              <a:t> </a:t>
            </a:r>
            <a:r>
              <a:rPr lang="en-IN" sz="2000" spc="-5" dirty="0">
                <a:latin typeface="Cambria"/>
                <a:cs typeface="Cambria"/>
              </a:rPr>
              <a:t>t</a:t>
            </a:r>
            <a:r>
              <a:rPr lang="en-IN" sz="2000" dirty="0">
                <a:latin typeface="Cambria"/>
                <a:cs typeface="Cambria"/>
              </a:rPr>
              <a:t>a</a:t>
            </a:r>
            <a:r>
              <a:rPr lang="en-IN" sz="2000" spc="-10" dirty="0">
                <a:latin typeface="Cambria"/>
                <a:cs typeface="Cambria"/>
              </a:rPr>
              <a:t>r</a:t>
            </a:r>
            <a:r>
              <a:rPr lang="en-IN" sz="2000" spc="-5" dirty="0">
                <a:latin typeface="Cambria"/>
                <a:cs typeface="Cambria"/>
              </a:rPr>
              <a:t>g</a:t>
            </a:r>
            <a:r>
              <a:rPr lang="en-IN" sz="2000" dirty="0">
                <a:latin typeface="Cambria"/>
                <a:cs typeface="Cambria"/>
              </a:rPr>
              <a:t>et</a:t>
            </a:r>
            <a:r>
              <a:rPr lang="en-IN" sz="2000" spc="-10" dirty="0">
                <a:latin typeface="Cambria"/>
                <a:cs typeface="Cambria"/>
              </a:rPr>
              <a:t>ed</a:t>
            </a:r>
            <a:r>
              <a:rPr lang="en-IN" sz="2000" spc="-30" dirty="0">
                <a:latin typeface="Times New Roman"/>
                <a:cs typeface="Times New Roman"/>
              </a:rPr>
              <a:t> </a:t>
            </a:r>
            <a:r>
              <a:rPr lang="en-IN" sz="2000" spc="-10" dirty="0">
                <a:latin typeface="Cambria"/>
                <a:cs typeface="Cambria"/>
              </a:rPr>
              <a:t>r</a:t>
            </a:r>
            <a:r>
              <a:rPr lang="en-IN" sz="2000" dirty="0">
                <a:latin typeface="Cambria"/>
                <a:cs typeface="Cambria"/>
              </a:rPr>
              <a:t>et</a:t>
            </a:r>
            <a:r>
              <a:rPr lang="en-IN" sz="2000" spc="-10" dirty="0">
                <a:latin typeface="Cambria"/>
                <a:cs typeface="Cambria"/>
              </a:rPr>
              <a:t>r</a:t>
            </a:r>
            <a:r>
              <a:rPr lang="en-IN" sz="2000" spc="-5" dirty="0">
                <a:latin typeface="Cambria"/>
                <a:cs typeface="Cambria"/>
              </a:rPr>
              <a:t>ie</a:t>
            </a:r>
            <a:r>
              <a:rPr lang="en-IN" sz="2000" spc="-15" dirty="0">
                <a:latin typeface="Cambria"/>
                <a:cs typeface="Cambria"/>
              </a:rPr>
              <a:t>v</a:t>
            </a:r>
            <a:r>
              <a:rPr lang="en-IN" sz="2000" spc="-5" dirty="0">
                <a:latin typeface="Cambria"/>
                <a:cs typeface="Cambria"/>
              </a:rPr>
              <a:t>al</a:t>
            </a:r>
            <a:endParaRPr lang="en-IN" sz="2000" dirty="0">
              <a:latin typeface="Cambria"/>
              <a:cs typeface="Cambria"/>
            </a:endParaRPr>
          </a:p>
          <a:p>
            <a:pPr marL="469265" lvl="1" indent="-304165">
              <a:lnSpc>
                <a:spcPct val="100000"/>
              </a:lnSpc>
              <a:spcBef>
                <a:spcPts val="140"/>
              </a:spcBef>
              <a:buFont typeface="Cambria"/>
              <a:buChar char="•"/>
              <a:tabLst>
                <a:tab pos="469900" algn="l"/>
              </a:tabLst>
            </a:pPr>
            <a:r>
              <a:rPr lang="en-IN" sz="2000" spc="-15" dirty="0">
                <a:latin typeface="Cambria"/>
                <a:cs typeface="Cambria"/>
              </a:rPr>
              <a:t>V</a:t>
            </a:r>
            <a:r>
              <a:rPr lang="en-IN" sz="2000" dirty="0">
                <a:latin typeface="Cambria"/>
                <a:cs typeface="Cambria"/>
              </a:rPr>
              <a:t>ect</a:t>
            </a:r>
            <a:r>
              <a:rPr lang="en-IN" sz="2000" spc="-10" dirty="0">
                <a:latin typeface="Cambria"/>
                <a:cs typeface="Cambria"/>
              </a:rPr>
              <a:t>or</a:t>
            </a:r>
            <a:r>
              <a:rPr lang="en-IN" sz="2000" spc="-45" dirty="0">
                <a:latin typeface="Times New Roman"/>
                <a:cs typeface="Times New Roman"/>
              </a:rPr>
              <a:t> </a:t>
            </a:r>
            <a:r>
              <a:rPr lang="en-IN" sz="2000" spc="-10" dirty="0">
                <a:latin typeface="Cambria"/>
                <a:cs typeface="Cambria"/>
              </a:rPr>
              <a:t>search</a:t>
            </a:r>
            <a:r>
              <a:rPr lang="en-IN" sz="2000" spc="-40" dirty="0">
                <a:latin typeface="Times New Roman"/>
                <a:cs typeface="Times New Roman"/>
              </a:rPr>
              <a:t> </a:t>
            </a:r>
            <a:r>
              <a:rPr lang="en-IN" sz="2000" spc="-10" dirty="0">
                <a:latin typeface="Cambria"/>
                <a:cs typeface="Cambria"/>
              </a:rPr>
              <a:t>f</a:t>
            </a:r>
            <a:r>
              <a:rPr lang="en-IN" sz="2000" spc="-5" dirty="0">
                <a:latin typeface="Cambria"/>
                <a:cs typeface="Cambria"/>
              </a:rPr>
              <a:t>or</a:t>
            </a:r>
            <a:r>
              <a:rPr lang="en-IN" sz="2000" spc="-45" dirty="0">
                <a:latin typeface="Times New Roman"/>
                <a:cs typeface="Times New Roman"/>
              </a:rPr>
              <a:t> </a:t>
            </a:r>
            <a:r>
              <a:rPr lang="en-IN" sz="2000" spc="-10" dirty="0">
                <a:latin typeface="Cambria"/>
                <a:cs typeface="Cambria"/>
              </a:rPr>
              <a:t>seman</a:t>
            </a:r>
            <a:r>
              <a:rPr lang="en-IN" sz="2000" spc="-5" dirty="0">
                <a:latin typeface="Cambria"/>
                <a:cs typeface="Cambria"/>
              </a:rPr>
              <a:t>t</a:t>
            </a:r>
            <a:r>
              <a:rPr lang="en-IN" sz="2000" dirty="0">
                <a:latin typeface="Cambria"/>
                <a:cs typeface="Cambria"/>
              </a:rPr>
              <a:t>i</a:t>
            </a:r>
            <a:r>
              <a:rPr lang="en-IN" sz="2000" spc="-10" dirty="0">
                <a:latin typeface="Cambria"/>
                <a:cs typeface="Cambria"/>
              </a:rPr>
              <a:t>c</a:t>
            </a:r>
            <a:r>
              <a:rPr lang="en-IN" sz="2000" spc="-40" dirty="0">
                <a:latin typeface="Times New Roman"/>
                <a:cs typeface="Times New Roman"/>
              </a:rPr>
              <a:t> </a:t>
            </a:r>
            <a:r>
              <a:rPr lang="en-IN" sz="2000" spc="-15" dirty="0">
                <a:latin typeface="Cambria"/>
                <a:cs typeface="Cambria"/>
              </a:rPr>
              <a:t>r</a:t>
            </a:r>
            <a:r>
              <a:rPr lang="en-IN" sz="2000" dirty="0">
                <a:latin typeface="Cambria"/>
                <a:cs typeface="Cambria"/>
              </a:rPr>
              <a:t>ele</a:t>
            </a:r>
            <a:r>
              <a:rPr lang="en-IN" sz="2000" spc="-15" dirty="0">
                <a:latin typeface="Cambria"/>
                <a:cs typeface="Cambria"/>
              </a:rPr>
              <a:t>v</a:t>
            </a:r>
            <a:r>
              <a:rPr lang="en-IN" sz="2000" spc="-5" dirty="0">
                <a:latin typeface="Cambria"/>
                <a:cs typeface="Cambria"/>
              </a:rPr>
              <a:t>a</a:t>
            </a:r>
            <a:r>
              <a:rPr lang="en-IN" sz="2000" dirty="0">
                <a:latin typeface="Cambria"/>
                <a:cs typeface="Cambria"/>
              </a:rPr>
              <a:t>n</a:t>
            </a:r>
            <a:r>
              <a:rPr lang="en-IN" sz="2000" spc="-10" dirty="0">
                <a:latin typeface="Cambria"/>
                <a:cs typeface="Cambria"/>
              </a:rPr>
              <a:t>ce</a:t>
            </a:r>
            <a:endParaRPr lang="en-IN" sz="2000" dirty="0">
              <a:latin typeface="Cambria"/>
              <a:cs typeface="Cambria"/>
            </a:endParaRPr>
          </a:p>
          <a:p>
            <a:pPr marL="469265" lvl="1" indent="-304165">
              <a:lnSpc>
                <a:spcPct val="100000"/>
              </a:lnSpc>
              <a:spcBef>
                <a:spcPts val="145"/>
              </a:spcBef>
              <a:buFont typeface="Cambria"/>
              <a:buChar char="•"/>
              <a:tabLst>
                <a:tab pos="469900" algn="l"/>
              </a:tabLst>
            </a:pPr>
            <a:r>
              <a:rPr lang="en-IN" sz="2000" spc="-5" dirty="0">
                <a:latin typeface="Cambria"/>
                <a:cs typeface="Cambria"/>
              </a:rPr>
              <a:t>RA</a:t>
            </a:r>
            <a:r>
              <a:rPr lang="en-IN" sz="2000" spc="-10" dirty="0">
                <a:latin typeface="Cambria"/>
                <a:cs typeface="Cambria"/>
              </a:rPr>
              <a:t>G</a:t>
            </a:r>
            <a:r>
              <a:rPr lang="en-IN" sz="2000" spc="-40" dirty="0">
                <a:latin typeface="Times New Roman"/>
                <a:cs typeface="Times New Roman"/>
              </a:rPr>
              <a:t> </a:t>
            </a:r>
            <a:r>
              <a:rPr lang="en-IN" sz="2000" spc="-10" dirty="0">
                <a:latin typeface="Cambria"/>
                <a:cs typeface="Cambria"/>
              </a:rPr>
              <a:t>w</a:t>
            </a:r>
            <a:r>
              <a:rPr lang="en-IN" sz="2000" dirty="0">
                <a:latin typeface="Cambria"/>
                <a:cs typeface="Cambria"/>
              </a:rPr>
              <a:t>it</a:t>
            </a:r>
            <a:r>
              <a:rPr lang="en-IN" sz="2000" spc="-10" dirty="0">
                <a:latin typeface="Cambria"/>
                <a:cs typeface="Cambria"/>
              </a:rPr>
              <a:t>h</a:t>
            </a:r>
            <a:r>
              <a:rPr lang="en-IN" sz="2000" spc="-40" dirty="0">
                <a:latin typeface="Times New Roman"/>
                <a:cs typeface="Times New Roman"/>
              </a:rPr>
              <a:t> </a:t>
            </a:r>
            <a:r>
              <a:rPr lang="en-IN" sz="2000" spc="-15" dirty="0">
                <a:latin typeface="Cambria"/>
                <a:cs typeface="Cambria"/>
              </a:rPr>
              <a:t>c</a:t>
            </a:r>
            <a:r>
              <a:rPr lang="en-IN" sz="2000" dirty="0">
                <a:latin typeface="Cambria"/>
                <a:cs typeface="Cambria"/>
              </a:rPr>
              <a:t>it</a:t>
            </a:r>
            <a:r>
              <a:rPr lang="en-IN" sz="2000" spc="-5" dirty="0">
                <a:latin typeface="Cambria"/>
                <a:cs typeface="Cambria"/>
              </a:rPr>
              <a:t>a</a:t>
            </a:r>
            <a:r>
              <a:rPr lang="en-IN" sz="2000" dirty="0">
                <a:latin typeface="Cambria"/>
                <a:cs typeface="Cambria"/>
              </a:rPr>
              <a:t>t</a:t>
            </a:r>
            <a:r>
              <a:rPr lang="en-IN" sz="2000" spc="-10" dirty="0">
                <a:latin typeface="Cambria"/>
                <a:cs typeface="Cambria"/>
              </a:rPr>
              <a:t>ions</a:t>
            </a:r>
            <a:r>
              <a:rPr lang="en-IN" sz="2000" spc="-40" dirty="0">
                <a:latin typeface="Times New Roman"/>
                <a:cs typeface="Times New Roman"/>
              </a:rPr>
              <a:t> </a:t>
            </a:r>
            <a:r>
              <a:rPr lang="en-IN" sz="2000" dirty="0">
                <a:latin typeface="Cambria"/>
                <a:cs typeface="Cambria"/>
              </a:rPr>
              <a:t>a</a:t>
            </a:r>
            <a:r>
              <a:rPr lang="en-IN" sz="2000" spc="-15" dirty="0">
                <a:latin typeface="Cambria"/>
                <a:cs typeface="Cambria"/>
              </a:rPr>
              <a:t>n</a:t>
            </a:r>
            <a:r>
              <a:rPr lang="en-IN" sz="2000" spc="-10" dirty="0">
                <a:latin typeface="Cambria"/>
                <a:cs typeface="Cambria"/>
              </a:rPr>
              <a:t>d</a:t>
            </a:r>
            <a:r>
              <a:rPr lang="en-IN" sz="2000" spc="-45" dirty="0">
                <a:latin typeface="Times New Roman"/>
                <a:cs typeface="Times New Roman"/>
              </a:rPr>
              <a:t> </a:t>
            </a:r>
            <a:r>
              <a:rPr lang="en-IN" sz="2000" spc="-5" dirty="0">
                <a:latin typeface="Cambria"/>
                <a:cs typeface="Cambria"/>
              </a:rPr>
              <a:t>evid</a:t>
            </a:r>
            <a:r>
              <a:rPr lang="en-IN" sz="2000" spc="-10" dirty="0">
                <a:latin typeface="Cambria"/>
                <a:cs typeface="Cambria"/>
              </a:rPr>
              <a:t>ence</a:t>
            </a:r>
            <a:r>
              <a:rPr lang="en-IN" sz="2000" spc="-40" dirty="0">
                <a:latin typeface="Times New Roman"/>
                <a:cs typeface="Times New Roman"/>
              </a:rPr>
              <a:t> </a:t>
            </a:r>
            <a:r>
              <a:rPr lang="en-IN" sz="2000" spc="-10" dirty="0">
                <a:latin typeface="Cambria"/>
                <a:cs typeface="Cambria"/>
              </a:rPr>
              <a:t>references</a:t>
            </a:r>
            <a:endParaRPr lang="en-IN" sz="2000" dirty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875"/>
              </a:spcBef>
            </a:pPr>
            <a:r>
              <a:rPr lang="en-IN" sz="2000" spc="-10" dirty="0">
                <a:latin typeface="Cambria"/>
                <a:cs typeface="Cambria"/>
              </a:rPr>
              <a:t>T</a:t>
            </a:r>
            <a:r>
              <a:rPr lang="en-IN" sz="2000" spc="-20" dirty="0">
                <a:latin typeface="Cambria"/>
                <a:cs typeface="Cambria"/>
              </a:rPr>
              <a:t>h</a:t>
            </a:r>
            <a:r>
              <a:rPr lang="en-IN" sz="2000" spc="-5" dirty="0">
                <a:latin typeface="Cambria"/>
                <a:cs typeface="Cambria"/>
              </a:rPr>
              <a:t>is</a:t>
            </a:r>
            <a:r>
              <a:rPr lang="en-IN" sz="2000" spc="-40" dirty="0">
                <a:latin typeface="Times New Roman"/>
                <a:cs typeface="Times New Roman"/>
              </a:rPr>
              <a:t> </a:t>
            </a:r>
            <a:r>
              <a:rPr lang="en-IN" sz="2000" spc="-10" dirty="0">
                <a:latin typeface="Cambria"/>
                <a:cs typeface="Cambria"/>
              </a:rPr>
              <a:t>e</a:t>
            </a:r>
            <a:r>
              <a:rPr lang="en-IN" sz="2000" spc="-15" dirty="0">
                <a:latin typeface="Cambria"/>
                <a:cs typeface="Cambria"/>
              </a:rPr>
              <a:t>nsur</a:t>
            </a:r>
            <a:r>
              <a:rPr lang="en-IN" sz="2000" spc="-10" dirty="0">
                <a:latin typeface="Cambria"/>
                <a:cs typeface="Cambria"/>
              </a:rPr>
              <a:t>es</a:t>
            </a:r>
            <a:r>
              <a:rPr lang="en-IN" sz="2000" spc="-40" dirty="0">
                <a:latin typeface="Times New Roman"/>
                <a:cs typeface="Times New Roman"/>
              </a:rPr>
              <a:t> </a:t>
            </a:r>
            <a:r>
              <a:rPr lang="en-IN" sz="2000" dirty="0">
                <a:latin typeface="Cambria"/>
                <a:cs typeface="Cambria"/>
              </a:rPr>
              <a:t>t</a:t>
            </a:r>
            <a:r>
              <a:rPr lang="en-IN" sz="2000" spc="-10" dirty="0">
                <a:latin typeface="Cambria"/>
                <a:cs typeface="Cambria"/>
              </a:rPr>
              <a:t>he</a:t>
            </a:r>
            <a:r>
              <a:rPr lang="en-IN" sz="2000" spc="-40" dirty="0">
                <a:latin typeface="Times New Roman"/>
                <a:cs typeface="Times New Roman"/>
              </a:rPr>
              <a:t> </a:t>
            </a:r>
            <a:r>
              <a:rPr lang="en-IN" sz="2000" spc="-10" dirty="0">
                <a:latin typeface="Cambria"/>
                <a:cs typeface="Cambria"/>
              </a:rPr>
              <a:t>s</a:t>
            </a:r>
            <a:r>
              <a:rPr lang="en-IN" sz="2000" spc="-15" dirty="0">
                <a:latin typeface="Cambria"/>
                <a:cs typeface="Cambria"/>
              </a:rPr>
              <a:t>y</a:t>
            </a:r>
            <a:r>
              <a:rPr lang="en-IN" sz="2000" spc="-10" dirty="0">
                <a:latin typeface="Cambria"/>
                <a:cs typeface="Cambria"/>
              </a:rPr>
              <a:t>stem:</a:t>
            </a:r>
            <a:endParaRPr lang="en-IN" sz="2000" dirty="0">
              <a:latin typeface="Cambria"/>
              <a:cs typeface="Cambria"/>
            </a:endParaRPr>
          </a:p>
          <a:p>
            <a:pPr marL="469265" lvl="1" indent="-304165">
              <a:lnSpc>
                <a:spcPct val="100000"/>
              </a:lnSpc>
              <a:spcBef>
                <a:spcPts val="865"/>
              </a:spcBef>
              <a:buFont typeface="Cambria"/>
              <a:buChar char="•"/>
              <a:tabLst>
                <a:tab pos="469900" algn="l"/>
              </a:tabLst>
            </a:pPr>
            <a:r>
              <a:rPr lang="en-IN" sz="2000" spc="-10" dirty="0">
                <a:latin typeface="Cambria"/>
                <a:cs typeface="Cambria"/>
              </a:rPr>
              <a:t>r</a:t>
            </a:r>
            <a:r>
              <a:rPr lang="en-IN" sz="2000" dirty="0">
                <a:latin typeface="Cambria"/>
                <a:cs typeface="Cambria"/>
              </a:rPr>
              <a:t>et</a:t>
            </a:r>
            <a:r>
              <a:rPr lang="en-IN" sz="2000" spc="-15" dirty="0">
                <a:latin typeface="Cambria"/>
                <a:cs typeface="Cambria"/>
              </a:rPr>
              <a:t>urn</a:t>
            </a:r>
            <a:r>
              <a:rPr lang="en-IN" sz="2000" spc="-10" dirty="0">
                <a:latin typeface="Cambria"/>
                <a:cs typeface="Cambria"/>
              </a:rPr>
              <a:t>s</a:t>
            </a:r>
            <a:r>
              <a:rPr lang="en-IN" sz="2000" spc="-35" dirty="0">
                <a:latin typeface="Times New Roman"/>
                <a:cs typeface="Times New Roman"/>
              </a:rPr>
              <a:t> </a:t>
            </a:r>
            <a:r>
              <a:rPr lang="en-IN" sz="2000" b="1" dirty="0">
                <a:latin typeface="Cambria"/>
                <a:cs typeface="Cambria"/>
              </a:rPr>
              <a:t>s</a:t>
            </a:r>
            <a:r>
              <a:rPr lang="en-IN" sz="2000" b="1" spc="5" dirty="0">
                <a:latin typeface="Cambria"/>
                <a:cs typeface="Cambria"/>
              </a:rPr>
              <a:t>t</a:t>
            </a:r>
            <a:r>
              <a:rPr lang="en-IN" sz="2000" b="1" dirty="0">
                <a:latin typeface="Cambria"/>
                <a:cs typeface="Cambria"/>
              </a:rPr>
              <a:t>a</a:t>
            </a:r>
            <a:r>
              <a:rPr lang="en-IN" sz="2000" b="1" spc="-5" dirty="0">
                <a:latin typeface="Cambria"/>
                <a:cs typeface="Cambria"/>
              </a:rPr>
              <a:t>ble</a:t>
            </a:r>
            <a:r>
              <a:rPr lang="en-IN" sz="2000" b="1" dirty="0">
                <a:latin typeface="Cambria"/>
                <a:cs typeface="Cambria"/>
              </a:rPr>
              <a:t>,</a:t>
            </a:r>
            <a:r>
              <a:rPr lang="en-IN" sz="2000" b="1" spc="-35" dirty="0">
                <a:latin typeface="Times New Roman"/>
                <a:cs typeface="Times New Roman"/>
              </a:rPr>
              <a:t> </a:t>
            </a:r>
            <a:r>
              <a:rPr lang="en-IN" sz="2000" b="1" spc="-5" dirty="0">
                <a:latin typeface="Cambria"/>
                <a:cs typeface="Cambria"/>
              </a:rPr>
              <a:t>ma</a:t>
            </a:r>
            <a:r>
              <a:rPr lang="en-IN" sz="2000" b="1" dirty="0">
                <a:latin typeface="Cambria"/>
                <a:cs typeface="Cambria"/>
              </a:rPr>
              <a:t>c</a:t>
            </a:r>
            <a:r>
              <a:rPr lang="en-IN" sz="2000" b="1" spc="-10" dirty="0">
                <a:latin typeface="Cambria"/>
                <a:cs typeface="Cambria"/>
              </a:rPr>
              <a:t>hi</a:t>
            </a:r>
            <a:r>
              <a:rPr lang="en-IN" sz="2000" b="1" spc="-30" dirty="0">
                <a:latin typeface="Cambria"/>
                <a:cs typeface="Cambria"/>
              </a:rPr>
              <a:t>n</a:t>
            </a:r>
            <a:r>
              <a:rPr lang="en-IN" sz="2000" b="1" spc="-5" dirty="0">
                <a:latin typeface="Cambria"/>
                <a:cs typeface="Cambria"/>
              </a:rPr>
              <a:t>e-</a:t>
            </a:r>
            <a:r>
              <a:rPr lang="en-IN" sz="2000" b="1" dirty="0">
                <a:latin typeface="Cambria"/>
                <a:cs typeface="Cambria"/>
              </a:rPr>
              <a:t>consum</a:t>
            </a:r>
            <a:r>
              <a:rPr lang="en-IN" sz="2000" b="1" spc="5" dirty="0">
                <a:latin typeface="Cambria"/>
                <a:cs typeface="Cambria"/>
              </a:rPr>
              <a:t>a</a:t>
            </a:r>
            <a:r>
              <a:rPr lang="en-IN" sz="2000" b="1" spc="-5" dirty="0">
                <a:latin typeface="Cambria"/>
                <a:cs typeface="Cambria"/>
              </a:rPr>
              <a:t>bl</a:t>
            </a:r>
            <a:r>
              <a:rPr lang="en-IN" sz="2000" b="1" dirty="0">
                <a:latin typeface="Cambria"/>
                <a:cs typeface="Cambria"/>
              </a:rPr>
              <a:t>e</a:t>
            </a:r>
            <a:r>
              <a:rPr lang="en-IN" sz="2000" b="1" spc="-35" dirty="0">
                <a:latin typeface="Times New Roman"/>
                <a:cs typeface="Times New Roman"/>
              </a:rPr>
              <a:t> </a:t>
            </a:r>
            <a:r>
              <a:rPr lang="en-IN" sz="2000" b="1" spc="-5" dirty="0">
                <a:latin typeface="Cambria"/>
                <a:cs typeface="Cambria"/>
              </a:rPr>
              <a:t>o</a:t>
            </a:r>
            <a:r>
              <a:rPr lang="en-IN" sz="2000" b="1" spc="-10" dirty="0">
                <a:latin typeface="Cambria"/>
                <a:cs typeface="Cambria"/>
              </a:rPr>
              <a:t>u</a:t>
            </a:r>
            <a:r>
              <a:rPr lang="en-IN" sz="2000" b="1" dirty="0">
                <a:latin typeface="Cambria"/>
                <a:cs typeface="Cambria"/>
              </a:rPr>
              <a:t>tp</a:t>
            </a:r>
            <a:r>
              <a:rPr lang="en-IN" sz="2000" b="1" spc="-10" dirty="0">
                <a:latin typeface="Cambria"/>
                <a:cs typeface="Cambria"/>
              </a:rPr>
              <a:t>u</a:t>
            </a:r>
            <a:r>
              <a:rPr lang="en-IN" sz="2000" b="1" dirty="0">
                <a:latin typeface="Cambria"/>
                <a:cs typeface="Cambria"/>
              </a:rPr>
              <a:t>t</a:t>
            </a:r>
            <a:r>
              <a:rPr lang="en-IN" sz="2000" b="1" spc="-10" dirty="0">
                <a:latin typeface="Cambria"/>
                <a:cs typeface="Cambria"/>
              </a:rPr>
              <a:t>s</a:t>
            </a:r>
            <a:endParaRPr lang="en-IN" sz="2000" dirty="0">
              <a:latin typeface="Cambria"/>
              <a:cs typeface="Cambria"/>
            </a:endParaRPr>
          </a:p>
          <a:p>
            <a:pPr marL="469265" lvl="1" indent="-304165">
              <a:lnSpc>
                <a:spcPct val="100000"/>
              </a:lnSpc>
              <a:spcBef>
                <a:spcPts val="145"/>
              </a:spcBef>
              <a:buFont typeface="Cambria"/>
              <a:buChar char="•"/>
              <a:tabLst>
                <a:tab pos="469900" algn="l"/>
              </a:tabLst>
            </a:pPr>
            <a:r>
              <a:rPr lang="en-IN" sz="2000" dirty="0">
                <a:latin typeface="Cambria"/>
                <a:cs typeface="Cambria"/>
              </a:rPr>
              <a:t>supp</a:t>
            </a:r>
            <a:r>
              <a:rPr lang="en-IN" sz="2000" spc="-10" dirty="0">
                <a:latin typeface="Cambria"/>
                <a:cs typeface="Cambria"/>
              </a:rPr>
              <a:t>o</a:t>
            </a:r>
            <a:r>
              <a:rPr lang="en-IN" sz="2000" spc="-15" dirty="0">
                <a:latin typeface="Cambria"/>
                <a:cs typeface="Cambria"/>
              </a:rPr>
              <a:t>r</a:t>
            </a:r>
            <a:r>
              <a:rPr lang="en-IN" sz="2000" spc="-5" dirty="0">
                <a:latin typeface="Cambria"/>
                <a:cs typeface="Cambria"/>
              </a:rPr>
              <a:t>t</a:t>
            </a:r>
            <a:r>
              <a:rPr lang="en-IN" sz="2000" dirty="0">
                <a:latin typeface="Cambria"/>
                <a:cs typeface="Cambria"/>
              </a:rPr>
              <a:t>s</a:t>
            </a:r>
            <a:r>
              <a:rPr lang="en-IN" sz="2000" spc="-35" dirty="0">
                <a:latin typeface="Times New Roman"/>
                <a:cs typeface="Times New Roman"/>
              </a:rPr>
              <a:t> </a:t>
            </a:r>
            <a:r>
              <a:rPr lang="en-IN" sz="2000" b="1" dirty="0">
                <a:latin typeface="Cambria"/>
                <a:cs typeface="Cambria"/>
              </a:rPr>
              <a:t>comp</a:t>
            </a:r>
            <a:r>
              <a:rPr lang="en-IN" sz="2000" b="1" spc="-5" dirty="0">
                <a:latin typeface="Cambria"/>
                <a:cs typeface="Cambria"/>
              </a:rPr>
              <a:t>os</a:t>
            </a:r>
            <a:r>
              <a:rPr lang="en-IN" sz="2000" b="1" spc="5" dirty="0">
                <a:latin typeface="Cambria"/>
                <a:cs typeface="Cambria"/>
              </a:rPr>
              <a:t>a</a:t>
            </a:r>
            <a:r>
              <a:rPr lang="en-IN" sz="2000" b="1" spc="-5" dirty="0">
                <a:latin typeface="Cambria"/>
                <a:cs typeface="Cambria"/>
              </a:rPr>
              <a:t>bl</a:t>
            </a:r>
            <a:r>
              <a:rPr lang="en-IN" sz="2000" b="1" dirty="0">
                <a:latin typeface="Cambria"/>
                <a:cs typeface="Cambria"/>
              </a:rPr>
              <a:t>e</a:t>
            </a:r>
            <a:r>
              <a:rPr lang="en-IN" sz="2000" b="1" spc="-50" dirty="0">
                <a:latin typeface="Times New Roman"/>
                <a:cs typeface="Times New Roman"/>
              </a:rPr>
              <a:t> </a:t>
            </a:r>
            <a:r>
              <a:rPr lang="en-IN" sz="2000" b="1" dirty="0">
                <a:latin typeface="Cambria"/>
                <a:cs typeface="Cambria"/>
              </a:rPr>
              <a:t>U</a:t>
            </a:r>
            <a:r>
              <a:rPr lang="en-IN" sz="2000" b="1" spc="-5" dirty="0">
                <a:latin typeface="Cambria"/>
                <a:cs typeface="Cambria"/>
              </a:rPr>
              <a:t>I</a:t>
            </a:r>
            <a:r>
              <a:rPr lang="en-IN" sz="2000" b="1" spc="-40" dirty="0">
                <a:latin typeface="Times New Roman"/>
                <a:cs typeface="Times New Roman"/>
              </a:rPr>
              <a:t> </a:t>
            </a:r>
            <a:r>
              <a:rPr lang="en-IN" sz="2000" b="1" spc="-15" dirty="0">
                <a:latin typeface="Cambria"/>
                <a:cs typeface="Cambria"/>
              </a:rPr>
              <a:t>re</a:t>
            </a:r>
            <a:r>
              <a:rPr lang="en-IN" sz="2000" b="1" spc="-20" dirty="0">
                <a:latin typeface="Cambria"/>
                <a:cs typeface="Cambria"/>
              </a:rPr>
              <a:t>n</a:t>
            </a:r>
            <a:r>
              <a:rPr lang="en-IN" sz="2000" b="1" dirty="0">
                <a:latin typeface="Cambria"/>
                <a:cs typeface="Cambria"/>
              </a:rPr>
              <a:t>der</a:t>
            </a:r>
            <a:r>
              <a:rPr lang="en-IN" sz="2000" b="1" spc="-10" dirty="0">
                <a:latin typeface="Cambria"/>
                <a:cs typeface="Cambria"/>
              </a:rPr>
              <a:t>i</a:t>
            </a:r>
            <a:r>
              <a:rPr lang="en-IN" sz="2000" b="1" spc="-15" dirty="0">
                <a:latin typeface="Cambria"/>
                <a:cs typeface="Cambria"/>
              </a:rPr>
              <a:t>n</a:t>
            </a:r>
            <a:r>
              <a:rPr lang="en-IN" sz="2000" b="1" dirty="0">
                <a:latin typeface="Cambria"/>
                <a:cs typeface="Cambria"/>
              </a:rPr>
              <a:t>g</a:t>
            </a:r>
            <a:endParaRPr lang="en-IN" sz="2000" dirty="0">
              <a:latin typeface="Cambria"/>
              <a:cs typeface="Cambria"/>
            </a:endParaRPr>
          </a:p>
          <a:p>
            <a:pPr marL="469265" lvl="1" indent="-304165">
              <a:lnSpc>
                <a:spcPct val="100000"/>
              </a:lnSpc>
              <a:spcBef>
                <a:spcPts val="145"/>
              </a:spcBef>
              <a:buFont typeface="Cambria"/>
              <a:buChar char="•"/>
              <a:tabLst>
                <a:tab pos="469900" algn="l"/>
              </a:tabLst>
            </a:pPr>
            <a:r>
              <a:rPr lang="en-IN" sz="2000" spc="-15" dirty="0">
                <a:latin typeface="Cambria"/>
                <a:cs typeface="Cambria"/>
              </a:rPr>
              <a:t>avo</a:t>
            </a:r>
            <a:r>
              <a:rPr lang="en-IN" sz="2000" spc="-5" dirty="0">
                <a:latin typeface="Cambria"/>
                <a:cs typeface="Cambria"/>
              </a:rPr>
              <a:t>id</a:t>
            </a:r>
            <a:r>
              <a:rPr lang="en-IN" sz="2000" spc="-10" dirty="0">
                <a:latin typeface="Cambria"/>
                <a:cs typeface="Cambria"/>
              </a:rPr>
              <a:t>s</a:t>
            </a:r>
            <a:r>
              <a:rPr lang="en-IN" sz="2000" spc="-40" dirty="0">
                <a:latin typeface="Times New Roman"/>
                <a:cs typeface="Times New Roman"/>
              </a:rPr>
              <a:t> </a:t>
            </a:r>
            <a:r>
              <a:rPr lang="en-IN" sz="2000" spc="-5" dirty="0">
                <a:latin typeface="Cambria"/>
                <a:cs typeface="Cambria"/>
              </a:rPr>
              <a:t>f</a:t>
            </a:r>
            <a:r>
              <a:rPr lang="en-IN" sz="2000" spc="-15" dirty="0">
                <a:latin typeface="Cambria"/>
                <a:cs typeface="Cambria"/>
              </a:rPr>
              <a:t>r</a:t>
            </a:r>
            <a:r>
              <a:rPr lang="en-IN" sz="2000" spc="-10" dirty="0">
                <a:latin typeface="Cambria"/>
                <a:cs typeface="Cambria"/>
              </a:rPr>
              <a:t>e</a:t>
            </a:r>
            <a:r>
              <a:rPr lang="en-IN" sz="2000" spc="-5" dirty="0">
                <a:latin typeface="Cambria"/>
                <a:cs typeface="Cambria"/>
              </a:rPr>
              <a:t>e-f</a:t>
            </a:r>
            <a:r>
              <a:rPr lang="en-IN" sz="2000" spc="-15" dirty="0">
                <a:latin typeface="Cambria"/>
                <a:cs typeface="Cambria"/>
              </a:rPr>
              <a:t>o</a:t>
            </a:r>
            <a:r>
              <a:rPr lang="en-IN" sz="2000" spc="-10" dirty="0">
                <a:latin typeface="Cambria"/>
                <a:cs typeface="Cambria"/>
              </a:rPr>
              <a:t>r</a:t>
            </a:r>
            <a:r>
              <a:rPr lang="en-IN" sz="2000" dirty="0">
                <a:latin typeface="Cambria"/>
                <a:cs typeface="Cambria"/>
              </a:rPr>
              <a:t>m</a:t>
            </a:r>
            <a:r>
              <a:rPr lang="en-IN" sz="2000" spc="-40" dirty="0">
                <a:latin typeface="Times New Roman"/>
                <a:cs typeface="Times New Roman"/>
              </a:rPr>
              <a:t> </a:t>
            </a:r>
            <a:r>
              <a:rPr lang="en-IN" sz="2000" spc="-15" dirty="0">
                <a:latin typeface="Cambria"/>
                <a:cs typeface="Cambria"/>
              </a:rPr>
              <a:t>h</a:t>
            </a:r>
            <a:r>
              <a:rPr lang="en-IN" sz="2000" spc="-5" dirty="0">
                <a:latin typeface="Cambria"/>
                <a:cs typeface="Cambria"/>
              </a:rPr>
              <a:t>all</a:t>
            </a:r>
            <a:r>
              <a:rPr lang="en-IN" sz="2000" spc="5" dirty="0">
                <a:latin typeface="Cambria"/>
                <a:cs typeface="Cambria"/>
              </a:rPr>
              <a:t>u</a:t>
            </a:r>
            <a:r>
              <a:rPr lang="en-IN" sz="2000" spc="-10" dirty="0">
                <a:latin typeface="Cambria"/>
                <a:cs typeface="Cambria"/>
              </a:rPr>
              <a:t>cin</a:t>
            </a:r>
            <a:r>
              <a:rPr lang="en-IN" sz="2000" spc="-5" dirty="0">
                <a:latin typeface="Cambria"/>
                <a:cs typeface="Cambria"/>
              </a:rPr>
              <a:t>a</a:t>
            </a:r>
            <a:r>
              <a:rPr lang="en-IN" sz="2000" dirty="0">
                <a:latin typeface="Cambria"/>
                <a:cs typeface="Cambria"/>
              </a:rPr>
              <a:t>t</a:t>
            </a:r>
            <a:r>
              <a:rPr lang="en-IN" sz="2000" spc="-10" dirty="0">
                <a:latin typeface="Cambria"/>
                <a:cs typeface="Cambria"/>
              </a:rPr>
              <a:t>ed</a:t>
            </a:r>
            <a:r>
              <a:rPr lang="en-IN" sz="2000" spc="-30" dirty="0">
                <a:latin typeface="Times New Roman"/>
                <a:cs typeface="Times New Roman"/>
              </a:rPr>
              <a:t> </a:t>
            </a:r>
            <a:r>
              <a:rPr lang="en-IN" sz="2000" spc="-10" dirty="0">
                <a:latin typeface="Cambria"/>
                <a:cs typeface="Cambria"/>
              </a:rPr>
              <a:t>res</a:t>
            </a:r>
            <a:r>
              <a:rPr lang="en-IN" sz="2000" spc="-5" dirty="0">
                <a:latin typeface="Cambria"/>
                <a:cs typeface="Cambria"/>
              </a:rPr>
              <a:t>p</a:t>
            </a:r>
            <a:r>
              <a:rPr lang="en-IN" sz="2000" spc="-25" dirty="0">
                <a:latin typeface="Cambria"/>
                <a:cs typeface="Cambria"/>
              </a:rPr>
              <a:t>o</a:t>
            </a:r>
            <a:r>
              <a:rPr lang="en-IN" sz="2000" spc="-15" dirty="0">
                <a:latin typeface="Cambria"/>
                <a:cs typeface="Cambria"/>
              </a:rPr>
              <a:t>ns</a:t>
            </a:r>
            <a:r>
              <a:rPr lang="en-IN" sz="2000" spc="-10" dirty="0">
                <a:latin typeface="Cambria"/>
                <a:cs typeface="Cambria"/>
              </a:rPr>
              <a:t>es</a:t>
            </a:r>
            <a:endParaRPr lang="en-IN" sz="2000" dirty="0">
              <a:latin typeface="Cambria"/>
              <a:cs typeface="Cambria"/>
            </a:endParaRPr>
          </a:p>
          <a:p>
            <a:pPr marL="469265" lvl="1" indent="-304165">
              <a:lnSpc>
                <a:spcPct val="100000"/>
              </a:lnSpc>
              <a:spcBef>
                <a:spcPts val="155"/>
              </a:spcBef>
              <a:buFont typeface="Cambria"/>
              <a:buChar char="•"/>
              <a:tabLst>
                <a:tab pos="469900" algn="l"/>
              </a:tabLst>
            </a:pPr>
            <a:r>
              <a:rPr lang="en-IN" sz="2000" spc="-5" dirty="0">
                <a:latin typeface="Cambria"/>
                <a:cs typeface="Cambria"/>
              </a:rPr>
              <a:t>int</a:t>
            </a:r>
            <a:r>
              <a:rPr lang="en-IN" sz="2000" dirty="0">
                <a:latin typeface="Cambria"/>
                <a:cs typeface="Cambria"/>
              </a:rPr>
              <a:t>e</a:t>
            </a:r>
            <a:r>
              <a:rPr lang="en-IN" sz="2000" spc="-5" dirty="0">
                <a:latin typeface="Cambria"/>
                <a:cs typeface="Cambria"/>
              </a:rPr>
              <a:t>g</a:t>
            </a:r>
            <a:r>
              <a:rPr lang="en-IN" sz="2000" spc="-10" dirty="0">
                <a:latin typeface="Cambria"/>
                <a:cs typeface="Cambria"/>
              </a:rPr>
              <a:t>r</a:t>
            </a:r>
            <a:r>
              <a:rPr lang="en-IN" sz="2000" spc="-5" dirty="0">
                <a:latin typeface="Cambria"/>
                <a:cs typeface="Cambria"/>
              </a:rPr>
              <a:t>a</a:t>
            </a:r>
            <a:r>
              <a:rPr lang="en-IN" sz="2000" dirty="0">
                <a:latin typeface="Cambria"/>
                <a:cs typeface="Cambria"/>
              </a:rPr>
              <a:t>t</a:t>
            </a:r>
            <a:r>
              <a:rPr lang="en-IN" sz="2000" spc="-10" dirty="0">
                <a:latin typeface="Cambria"/>
                <a:cs typeface="Cambria"/>
              </a:rPr>
              <a:t>es</a:t>
            </a:r>
            <a:r>
              <a:rPr lang="en-IN" sz="2000" spc="-40" dirty="0">
                <a:latin typeface="Times New Roman"/>
                <a:cs typeface="Times New Roman"/>
              </a:rPr>
              <a:t> </a:t>
            </a:r>
            <a:r>
              <a:rPr lang="en-IN" sz="2000" dirty="0">
                <a:latin typeface="Cambria"/>
                <a:cs typeface="Cambria"/>
              </a:rPr>
              <a:t>clea</a:t>
            </a:r>
            <a:r>
              <a:rPr lang="en-IN" sz="2000" spc="-5" dirty="0">
                <a:latin typeface="Cambria"/>
                <a:cs typeface="Cambria"/>
              </a:rPr>
              <a:t>nl</a:t>
            </a:r>
            <a:r>
              <a:rPr lang="en-IN" sz="2000" dirty="0">
                <a:latin typeface="Cambria"/>
                <a:cs typeface="Cambria"/>
              </a:rPr>
              <a:t>y</a:t>
            </a:r>
            <a:r>
              <a:rPr lang="en-IN" sz="2000" spc="-40" dirty="0">
                <a:latin typeface="Times New Roman"/>
                <a:cs typeface="Times New Roman"/>
              </a:rPr>
              <a:t> </a:t>
            </a:r>
            <a:r>
              <a:rPr lang="en-IN" sz="2000" dirty="0">
                <a:latin typeface="Cambria"/>
                <a:cs typeface="Cambria"/>
              </a:rPr>
              <a:t>int</a:t>
            </a:r>
            <a:r>
              <a:rPr lang="en-IN" sz="2000" spc="-10" dirty="0">
                <a:latin typeface="Cambria"/>
                <a:cs typeface="Cambria"/>
              </a:rPr>
              <a:t>o</a:t>
            </a:r>
            <a:r>
              <a:rPr lang="en-IN" sz="2000" spc="-50" dirty="0">
                <a:latin typeface="Times New Roman"/>
                <a:cs typeface="Times New Roman"/>
              </a:rPr>
              <a:t> </a:t>
            </a:r>
            <a:r>
              <a:rPr lang="en-IN" sz="2000" dirty="0">
                <a:latin typeface="Cambria"/>
                <a:cs typeface="Cambria"/>
              </a:rPr>
              <a:t>p</a:t>
            </a:r>
            <a:r>
              <a:rPr lang="en-IN" sz="2000" spc="-5" dirty="0">
                <a:latin typeface="Cambria"/>
                <a:cs typeface="Cambria"/>
              </a:rPr>
              <a:t>lan</a:t>
            </a:r>
            <a:r>
              <a:rPr lang="en-IN" sz="2000" spc="5" dirty="0">
                <a:latin typeface="Cambria"/>
                <a:cs typeface="Cambria"/>
              </a:rPr>
              <a:t>n</a:t>
            </a:r>
            <a:r>
              <a:rPr lang="en-IN" sz="2000" spc="-5" dirty="0">
                <a:latin typeface="Cambria"/>
                <a:cs typeface="Cambria"/>
              </a:rPr>
              <a:t>in</a:t>
            </a:r>
            <a:r>
              <a:rPr lang="en-IN" sz="2000" dirty="0">
                <a:latin typeface="Cambria"/>
                <a:cs typeface="Cambria"/>
              </a:rPr>
              <a:t>g</a:t>
            </a:r>
            <a:r>
              <a:rPr lang="en-IN" sz="2000" spc="-45" dirty="0">
                <a:latin typeface="Times New Roman"/>
                <a:cs typeface="Times New Roman"/>
              </a:rPr>
              <a:t> </a:t>
            </a:r>
            <a:r>
              <a:rPr lang="en-IN" sz="2000" spc="-10" dirty="0">
                <a:latin typeface="Cambria"/>
                <a:cs typeface="Cambria"/>
              </a:rPr>
              <a:t>&amp;</a:t>
            </a:r>
            <a:r>
              <a:rPr lang="en-IN" sz="2000" spc="-40" dirty="0">
                <a:latin typeface="Times New Roman"/>
                <a:cs typeface="Times New Roman"/>
              </a:rPr>
              <a:t> </a:t>
            </a:r>
            <a:r>
              <a:rPr lang="en-IN" sz="2000" dirty="0">
                <a:latin typeface="Cambria"/>
                <a:cs typeface="Cambria"/>
              </a:rPr>
              <a:t>b</a:t>
            </a:r>
            <a:r>
              <a:rPr lang="en-IN" sz="2000" spc="-15" dirty="0">
                <a:latin typeface="Cambria"/>
                <a:cs typeface="Cambria"/>
              </a:rPr>
              <a:t>u</a:t>
            </a:r>
            <a:r>
              <a:rPr lang="en-IN" sz="2000" spc="-5" dirty="0">
                <a:latin typeface="Cambria"/>
                <a:cs typeface="Cambria"/>
              </a:rPr>
              <a:t>dg</a:t>
            </a:r>
            <a:r>
              <a:rPr lang="en-IN" sz="2000" dirty="0">
                <a:latin typeface="Cambria"/>
                <a:cs typeface="Cambria"/>
              </a:rPr>
              <a:t>et</a:t>
            </a:r>
            <a:r>
              <a:rPr lang="en-IN" sz="2000" spc="-35" dirty="0">
                <a:latin typeface="Times New Roman"/>
                <a:cs typeface="Times New Roman"/>
              </a:rPr>
              <a:t> </a:t>
            </a:r>
            <a:r>
              <a:rPr lang="en-IN" sz="2000" spc="-10" dirty="0">
                <a:latin typeface="Cambria"/>
                <a:cs typeface="Cambria"/>
              </a:rPr>
              <a:t>wo</a:t>
            </a:r>
            <a:r>
              <a:rPr lang="en-IN" sz="2000" spc="-15" dirty="0">
                <a:latin typeface="Cambria"/>
                <a:cs typeface="Cambria"/>
              </a:rPr>
              <a:t>r</a:t>
            </a:r>
            <a:r>
              <a:rPr lang="en-IN" sz="2000" spc="-10" dirty="0">
                <a:latin typeface="Cambria"/>
                <a:cs typeface="Cambria"/>
              </a:rPr>
              <a:t>k</a:t>
            </a:r>
            <a:r>
              <a:rPr lang="en-IN" sz="2000" dirty="0">
                <a:latin typeface="Cambria"/>
                <a:cs typeface="Cambria"/>
              </a:rPr>
              <a:t>f</a:t>
            </a:r>
            <a:r>
              <a:rPr lang="en-IN" sz="2000" spc="-10" dirty="0">
                <a:latin typeface="Cambria"/>
                <a:cs typeface="Cambria"/>
              </a:rPr>
              <a:t>l</a:t>
            </a:r>
            <a:r>
              <a:rPr lang="en-IN" sz="2000" dirty="0">
                <a:latin typeface="Cambria"/>
                <a:cs typeface="Cambria"/>
              </a:rPr>
              <a:t>o</a:t>
            </a:r>
            <a:r>
              <a:rPr lang="en-IN" sz="2000" spc="-10" dirty="0">
                <a:latin typeface="Cambria"/>
                <a:cs typeface="Cambria"/>
              </a:rPr>
              <a:t>ws</a:t>
            </a:r>
            <a:endParaRPr lang="en-IN" sz="2000" dirty="0">
              <a:latin typeface="Cambria"/>
              <a:cs typeface="Cambria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05444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>
            <a:extLst>
              <a:ext uri="{FF2B5EF4-FFF2-40B4-BE49-F238E27FC236}">
                <a16:creationId xmlns:a16="http://schemas.microsoft.com/office/drawing/2014/main" id="{471C44FE-3B10-2B4F-8309-9090C85083EB}"/>
              </a:ext>
            </a:extLst>
          </p:cNvPr>
          <p:cNvSpPr/>
          <p:nvPr/>
        </p:nvSpPr>
        <p:spPr>
          <a:xfrm>
            <a:off x="914399" y="516367"/>
            <a:ext cx="10391887" cy="57445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885369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8198AE-ED3F-1D49-868F-BA1A957D9D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96066"/>
            <a:ext cx="5519569" cy="5380897"/>
          </a:xfrm>
        </p:spPr>
        <p:txBody>
          <a:bodyPr>
            <a:normAutofit fontScale="85000" lnSpcReduction="20000"/>
          </a:bodyPr>
          <a:lstStyle/>
          <a:p>
            <a:pPr marL="196850" indent="-184150">
              <a:lnSpc>
                <a:spcPct val="100000"/>
              </a:lnSpc>
              <a:buClr>
                <a:srgbClr val="4F80BC"/>
              </a:buClr>
              <a:buFont typeface="Calibri"/>
              <a:buAutoNum type="arabicParenR" startAt="2"/>
              <a:tabLst>
                <a:tab pos="197485" algn="l"/>
              </a:tabLst>
            </a:pPr>
            <a:r>
              <a:rPr lang="en-IN" sz="2400" b="1" dirty="0">
                <a:solidFill>
                  <a:srgbClr val="4F80BC"/>
                </a:solidFill>
                <a:latin typeface="Calibri"/>
                <a:cs typeface="Calibri"/>
              </a:rPr>
              <a:t>Knowle</a:t>
            </a:r>
            <a:r>
              <a:rPr lang="en-IN" sz="2400" b="1" spc="-10" dirty="0">
                <a:solidFill>
                  <a:srgbClr val="4F80BC"/>
                </a:solidFill>
                <a:latin typeface="Calibri"/>
                <a:cs typeface="Calibri"/>
              </a:rPr>
              <a:t>d</a:t>
            </a:r>
            <a:r>
              <a:rPr lang="en-IN" sz="2400" b="1" spc="5" dirty="0">
                <a:solidFill>
                  <a:srgbClr val="4F80BC"/>
                </a:solidFill>
                <a:latin typeface="Calibri"/>
                <a:cs typeface="Calibri"/>
              </a:rPr>
              <a:t>g</a:t>
            </a:r>
            <a:r>
              <a:rPr lang="en-IN" sz="2400" b="1" dirty="0">
                <a:solidFill>
                  <a:srgbClr val="4F80BC"/>
                </a:solidFill>
                <a:latin typeface="Calibri"/>
                <a:cs typeface="Calibri"/>
              </a:rPr>
              <a:t>e</a:t>
            </a:r>
            <a:r>
              <a:rPr lang="en-IN" sz="2400" b="1" spc="-35" dirty="0">
                <a:solidFill>
                  <a:srgbClr val="4F80BC"/>
                </a:solidFill>
                <a:latin typeface="Times New Roman"/>
                <a:cs typeface="Times New Roman"/>
              </a:rPr>
              <a:t> </a:t>
            </a:r>
            <a:r>
              <a:rPr lang="en-IN" sz="2400" b="1" spc="-5" dirty="0" err="1">
                <a:solidFill>
                  <a:srgbClr val="4F80BC"/>
                </a:solidFill>
                <a:latin typeface="Calibri"/>
                <a:cs typeface="Calibri"/>
              </a:rPr>
              <a:t>C</a:t>
            </a:r>
            <a:r>
              <a:rPr lang="en-IN" sz="2400" b="1" spc="-15" dirty="0" err="1">
                <a:solidFill>
                  <a:srgbClr val="4F80BC"/>
                </a:solidFill>
                <a:latin typeface="Calibri"/>
                <a:cs typeface="Calibri"/>
              </a:rPr>
              <a:t>e</a:t>
            </a:r>
            <a:r>
              <a:rPr lang="en-IN" sz="2400" b="1" dirty="0" err="1">
                <a:solidFill>
                  <a:srgbClr val="4F80BC"/>
                </a:solidFill>
                <a:latin typeface="Calibri"/>
                <a:cs typeface="Calibri"/>
              </a:rPr>
              <a:t>n</a:t>
            </a:r>
            <a:r>
              <a:rPr lang="en-IN" sz="2400" b="1" spc="5" dirty="0" err="1">
                <a:solidFill>
                  <a:srgbClr val="4F80BC"/>
                </a:solidFill>
                <a:latin typeface="Calibri"/>
                <a:cs typeface="Calibri"/>
              </a:rPr>
              <a:t>t</a:t>
            </a:r>
            <a:r>
              <a:rPr lang="en-IN" sz="2400" b="1" spc="-15" dirty="0" err="1">
                <a:solidFill>
                  <a:srgbClr val="4F80BC"/>
                </a:solidFill>
                <a:latin typeface="Calibri"/>
                <a:cs typeface="Calibri"/>
              </a:rPr>
              <a:t>e</a:t>
            </a:r>
            <a:r>
              <a:rPr lang="en-IN" sz="2400" b="1" dirty="0" err="1">
                <a:solidFill>
                  <a:srgbClr val="4F80BC"/>
                </a:solidFill>
                <a:latin typeface="Calibri"/>
                <a:cs typeface="Calibri"/>
              </a:rPr>
              <a:t>r</a:t>
            </a:r>
            <a:r>
              <a:rPr lang="en-IN" sz="2400" b="1" spc="-50" dirty="0">
                <a:solidFill>
                  <a:srgbClr val="4F80BC"/>
                </a:solidFill>
                <a:latin typeface="Times New Roman"/>
                <a:cs typeface="Times New Roman"/>
              </a:rPr>
              <a:t> </a:t>
            </a:r>
            <a:r>
              <a:rPr lang="en-IN" sz="2400" b="1" dirty="0">
                <a:solidFill>
                  <a:srgbClr val="4F80BC"/>
                </a:solidFill>
                <a:latin typeface="Calibri"/>
                <a:cs typeface="Calibri"/>
              </a:rPr>
              <a:t>&amp;</a:t>
            </a:r>
            <a:r>
              <a:rPr lang="en-IN" sz="2400" b="1" spc="-45" dirty="0">
                <a:solidFill>
                  <a:srgbClr val="4F80BC"/>
                </a:solidFill>
                <a:latin typeface="Times New Roman"/>
                <a:cs typeface="Times New Roman"/>
              </a:rPr>
              <a:t> </a:t>
            </a:r>
            <a:r>
              <a:rPr lang="en-IN" sz="2400" b="1" dirty="0">
                <a:solidFill>
                  <a:srgbClr val="4F80BC"/>
                </a:solidFill>
                <a:latin typeface="Calibri"/>
                <a:cs typeface="Calibri"/>
              </a:rPr>
              <a:t>Mul</a:t>
            </a:r>
            <a:r>
              <a:rPr lang="en-IN" sz="2400" b="1" spc="5" dirty="0">
                <a:solidFill>
                  <a:srgbClr val="4F80BC"/>
                </a:solidFill>
                <a:latin typeface="Calibri"/>
                <a:cs typeface="Calibri"/>
              </a:rPr>
              <a:t>t</a:t>
            </a:r>
            <a:r>
              <a:rPr lang="en-IN" sz="2400" b="1" dirty="0">
                <a:solidFill>
                  <a:srgbClr val="4F80BC"/>
                </a:solidFill>
                <a:latin typeface="Calibri"/>
                <a:cs typeface="Calibri"/>
              </a:rPr>
              <a:t>imo</a:t>
            </a:r>
            <a:r>
              <a:rPr lang="en-IN" sz="2400" b="1" spc="-10" dirty="0">
                <a:solidFill>
                  <a:srgbClr val="4F80BC"/>
                </a:solidFill>
                <a:latin typeface="Calibri"/>
                <a:cs typeface="Calibri"/>
              </a:rPr>
              <a:t>d</a:t>
            </a:r>
            <a:r>
              <a:rPr lang="en-IN" sz="2400" b="1" dirty="0">
                <a:solidFill>
                  <a:srgbClr val="4F80BC"/>
                </a:solidFill>
                <a:latin typeface="Calibri"/>
                <a:cs typeface="Calibri"/>
              </a:rPr>
              <a:t>al</a:t>
            </a:r>
            <a:r>
              <a:rPr lang="en-IN" sz="2400" b="1" spc="-35" dirty="0">
                <a:solidFill>
                  <a:srgbClr val="4F80BC"/>
                </a:solidFill>
                <a:latin typeface="Times New Roman"/>
                <a:cs typeface="Times New Roman"/>
              </a:rPr>
              <a:t> </a:t>
            </a:r>
            <a:r>
              <a:rPr lang="en-IN" sz="2400" b="1" dirty="0">
                <a:solidFill>
                  <a:srgbClr val="4F80BC"/>
                </a:solidFill>
                <a:latin typeface="Calibri"/>
                <a:cs typeface="Calibri"/>
              </a:rPr>
              <a:t>I</a:t>
            </a:r>
            <a:r>
              <a:rPr lang="en-IN" sz="2400" b="1" spc="-15" dirty="0">
                <a:solidFill>
                  <a:srgbClr val="4F80BC"/>
                </a:solidFill>
                <a:latin typeface="Calibri"/>
                <a:cs typeface="Calibri"/>
              </a:rPr>
              <a:t>n</a:t>
            </a:r>
            <a:r>
              <a:rPr lang="en-IN" sz="2400" b="1" spc="5" dirty="0">
                <a:solidFill>
                  <a:srgbClr val="4F80BC"/>
                </a:solidFill>
                <a:latin typeface="Calibri"/>
                <a:cs typeface="Calibri"/>
              </a:rPr>
              <a:t>g</a:t>
            </a:r>
            <a:r>
              <a:rPr lang="en-IN" sz="2400" b="1" spc="-5" dirty="0">
                <a:solidFill>
                  <a:srgbClr val="4F80BC"/>
                </a:solidFill>
                <a:latin typeface="Calibri"/>
                <a:cs typeface="Calibri"/>
              </a:rPr>
              <a:t>e</a:t>
            </a:r>
            <a:r>
              <a:rPr lang="en-IN" sz="2400" b="1" spc="-10" dirty="0">
                <a:solidFill>
                  <a:srgbClr val="4F80BC"/>
                </a:solidFill>
                <a:latin typeface="Calibri"/>
                <a:cs typeface="Calibri"/>
              </a:rPr>
              <a:t>s</a:t>
            </a:r>
            <a:r>
              <a:rPr lang="en-IN" sz="2400" b="1" dirty="0">
                <a:solidFill>
                  <a:srgbClr val="4F80BC"/>
                </a:solidFill>
                <a:latin typeface="Calibri"/>
                <a:cs typeface="Calibri"/>
              </a:rPr>
              <a:t>ti</a:t>
            </a:r>
            <a:r>
              <a:rPr lang="en-IN" sz="2400" b="1" spc="-10" dirty="0">
                <a:solidFill>
                  <a:srgbClr val="4F80BC"/>
                </a:solidFill>
                <a:latin typeface="Calibri"/>
                <a:cs typeface="Calibri"/>
              </a:rPr>
              <a:t>o</a:t>
            </a:r>
            <a:r>
              <a:rPr lang="en-IN" sz="2400" b="1" dirty="0">
                <a:solidFill>
                  <a:srgbClr val="4F80BC"/>
                </a:solidFill>
                <a:latin typeface="Calibri"/>
                <a:cs typeface="Calibri"/>
              </a:rPr>
              <a:t>n</a:t>
            </a:r>
            <a:endParaRPr lang="en-IN" sz="2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30"/>
              </a:spcBef>
            </a:pPr>
            <a:r>
              <a:rPr lang="en-IN" sz="2000" spc="-5" dirty="0">
                <a:latin typeface="Cambria"/>
                <a:cs typeface="Cambria"/>
              </a:rPr>
              <a:t>Buil</a:t>
            </a:r>
            <a:r>
              <a:rPr lang="en-IN" sz="2000" dirty="0">
                <a:latin typeface="Cambria"/>
                <a:cs typeface="Cambria"/>
              </a:rPr>
              <a:t>d</a:t>
            </a:r>
            <a:r>
              <a:rPr lang="en-IN" sz="2000" spc="-15" dirty="0">
                <a:latin typeface="Cambria"/>
                <a:cs typeface="Cambria"/>
              </a:rPr>
              <a:t>Wis</a:t>
            </a:r>
            <a:r>
              <a:rPr lang="en-IN" sz="2000" spc="-10" dirty="0">
                <a:latin typeface="Cambria"/>
                <a:cs typeface="Cambria"/>
              </a:rPr>
              <a:t>e</a:t>
            </a:r>
            <a:r>
              <a:rPr lang="en-IN" sz="2000" spc="-35" dirty="0">
                <a:latin typeface="Times New Roman"/>
                <a:cs typeface="Times New Roman"/>
              </a:rPr>
              <a:t> </a:t>
            </a:r>
            <a:r>
              <a:rPr lang="en-IN" sz="2000" spc="-5" dirty="0">
                <a:latin typeface="Cambria"/>
                <a:cs typeface="Cambria"/>
              </a:rPr>
              <a:t>ingests:</a:t>
            </a:r>
            <a:endParaRPr lang="en-IN" sz="2000" dirty="0">
              <a:latin typeface="Cambria"/>
              <a:cs typeface="Cambria"/>
            </a:endParaRPr>
          </a:p>
          <a:p>
            <a:pPr marL="469265" lvl="1" indent="-304165">
              <a:lnSpc>
                <a:spcPct val="100000"/>
              </a:lnSpc>
              <a:spcBef>
                <a:spcPts val="865"/>
              </a:spcBef>
              <a:buFont typeface="Cambria"/>
              <a:buChar char="•"/>
              <a:tabLst>
                <a:tab pos="469900" algn="l"/>
              </a:tabLst>
            </a:pPr>
            <a:r>
              <a:rPr lang="en-IN" sz="2000" dirty="0">
                <a:latin typeface="Cambria"/>
                <a:cs typeface="Cambria"/>
              </a:rPr>
              <a:t>p</a:t>
            </a:r>
            <a:r>
              <a:rPr lang="en-IN" sz="2000" spc="-5" dirty="0">
                <a:latin typeface="Cambria"/>
                <a:cs typeface="Cambria"/>
              </a:rPr>
              <a:t>lan</a:t>
            </a:r>
            <a:r>
              <a:rPr lang="en-IN" sz="2000" dirty="0">
                <a:latin typeface="Cambria"/>
                <a:cs typeface="Cambria"/>
              </a:rPr>
              <a:t>s</a:t>
            </a:r>
            <a:r>
              <a:rPr lang="en-IN" sz="2000" spc="-35" dirty="0">
                <a:latin typeface="Times New Roman"/>
                <a:cs typeface="Times New Roman"/>
              </a:rPr>
              <a:t> </a:t>
            </a:r>
            <a:r>
              <a:rPr lang="en-IN" sz="2000" spc="-10" dirty="0">
                <a:latin typeface="Cambria"/>
                <a:cs typeface="Cambria"/>
              </a:rPr>
              <a:t>&amp;</a:t>
            </a:r>
            <a:r>
              <a:rPr lang="en-IN" sz="2000" spc="-35" dirty="0">
                <a:latin typeface="Times New Roman"/>
                <a:cs typeface="Times New Roman"/>
              </a:rPr>
              <a:t> </a:t>
            </a:r>
            <a:r>
              <a:rPr lang="en-IN" sz="2000" dirty="0">
                <a:latin typeface="Cambria"/>
                <a:cs typeface="Cambria"/>
              </a:rPr>
              <a:t>b</a:t>
            </a:r>
            <a:r>
              <a:rPr lang="en-IN" sz="2000" spc="-5" dirty="0">
                <a:latin typeface="Cambria"/>
                <a:cs typeface="Cambria"/>
              </a:rPr>
              <a:t>lue</a:t>
            </a:r>
            <a:r>
              <a:rPr lang="en-IN" sz="2000" dirty="0">
                <a:latin typeface="Cambria"/>
                <a:cs typeface="Cambria"/>
              </a:rPr>
              <a:t>p</a:t>
            </a:r>
            <a:r>
              <a:rPr lang="en-IN" sz="2000" spc="-10" dirty="0">
                <a:latin typeface="Cambria"/>
                <a:cs typeface="Cambria"/>
              </a:rPr>
              <a:t>r</a:t>
            </a:r>
            <a:r>
              <a:rPr lang="en-IN" sz="2000" spc="-5" dirty="0">
                <a:latin typeface="Cambria"/>
                <a:cs typeface="Cambria"/>
              </a:rPr>
              <a:t>in</a:t>
            </a:r>
            <a:r>
              <a:rPr lang="en-IN" sz="2000" spc="-10" dirty="0">
                <a:latin typeface="Cambria"/>
                <a:cs typeface="Cambria"/>
              </a:rPr>
              <a:t>ts</a:t>
            </a:r>
            <a:r>
              <a:rPr lang="en-IN" sz="2000" spc="-40" dirty="0">
                <a:latin typeface="Times New Roman"/>
                <a:cs typeface="Times New Roman"/>
              </a:rPr>
              <a:t> </a:t>
            </a:r>
            <a:r>
              <a:rPr lang="en-IN" sz="2000" spc="-10" dirty="0">
                <a:latin typeface="Cambria"/>
                <a:cs typeface="Cambria"/>
              </a:rPr>
              <a:t>(PD</a:t>
            </a:r>
            <a:r>
              <a:rPr lang="en-IN" sz="2000" spc="-25" dirty="0">
                <a:latin typeface="Cambria"/>
                <a:cs typeface="Cambria"/>
              </a:rPr>
              <a:t>F</a:t>
            </a:r>
            <a:r>
              <a:rPr lang="en-IN" sz="2000" spc="-5" dirty="0">
                <a:latin typeface="Cambria"/>
                <a:cs typeface="Cambria"/>
              </a:rPr>
              <a:t>)</a:t>
            </a:r>
            <a:endParaRPr lang="en-IN" sz="2000" dirty="0">
              <a:latin typeface="Cambria"/>
              <a:cs typeface="Cambria"/>
            </a:endParaRPr>
          </a:p>
          <a:p>
            <a:pPr marL="469265" lvl="1" indent="-304165">
              <a:lnSpc>
                <a:spcPct val="100000"/>
              </a:lnSpc>
              <a:spcBef>
                <a:spcPts val="145"/>
              </a:spcBef>
              <a:buFont typeface="Cambria"/>
              <a:buChar char="•"/>
              <a:tabLst>
                <a:tab pos="469900" algn="l"/>
              </a:tabLst>
            </a:pPr>
            <a:r>
              <a:rPr lang="en-IN" sz="2000" spc="-10" dirty="0">
                <a:latin typeface="Cambria"/>
                <a:cs typeface="Cambria"/>
              </a:rPr>
              <a:t>images</a:t>
            </a:r>
            <a:r>
              <a:rPr lang="en-IN" sz="2000" spc="-40" dirty="0">
                <a:latin typeface="Times New Roman"/>
                <a:cs typeface="Times New Roman"/>
              </a:rPr>
              <a:t> </a:t>
            </a:r>
            <a:r>
              <a:rPr lang="en-IN" sz="2000" spc="-5" dirty="0">
                <a:latin typeface="Cambria"/>
                <a:cs typeface="Cambria"/>
              </a:rPr>
              <a:t>a</a:t>
            </a:r>
            <a:r>
              <a:rPr lang="en-IN" sz="2000" dirty="0">
                <a:latin typeface="Cambria"/>
                <a:cs typeface="Cambria"/>
              </a:rPr>
              <a:t>n</a:t>
            </a:r>
            <a:r>
              <a:rPr lang="en-IN" sz="2000" spc="-10" dirty="0">
                <a:latin typeface="Cambria"/>
                <a:cs typeface="Cambria"/>
              </a:rPr>
              <a:t>d</a:t>
            </a:r>
            <a:r>
              <a:rPr lang="en-IN" sz="2000" spc="-35" dirty="0">
                <a:latin typeface="Times New Roman"/>
                <a:cs typeface="Times New Roman"/>
              </a:rPr>
              <a:t> </a:t>
            </a:r>
            <a:r>
              <a:rPr lang="en-IN" sz="2000" spc="-5" dirty="0">
                <a:latin typeface="Cambria"/>
                <a:cs typeface="Cambria"/>
              </a:rPr>
              <a:t>a</a:t>
            </a:r>
            <a:r>
              <a:rPr lang="en-IN" sz="2000" dirty="0">
                <a:latin typeface="Cambria"/>
                <a:cs typeface="Cambria"/>
              </a:rPr>
              <a:t>n</a:t>
            </a:r>
            <a:r>
              <a:rPr lang="en-IN" sz="2000" spc="-5" dirty="0">
                <a:latin typeface="Cambria"/>
                <a:cs typeface="Cambria"/>
              </a:rPr>
              <a:t>no</a:t>
            </a:r>
            <a:r>
              <a:rPr lang="en-IN" sz="2000" spc="-10" dirty="0">
                <a:latin typeface="Cambria"/>
                <a:cs typeface="Cambria"/>
              </a:rPr>
              <a:t>t</a:t>
            </a:r>
            <a:r>
              <a:rPr lang="en-IN" sz="2000" spc="-5" dirty="0">
                <a:latin typeface="Cambria"/>
                <a:cs typeface="Cambria"/>
              </a:rPr>
              <a:t>a</a:t>
            </a:r>
            <a:r>
              <a:rPr lang="en-IN" sz="2000" dirty="0">
                <a:latin typeface="Cambria"/>
                <a:cs typeface="Cambria"/>
              </a:rPr>
              <a:t>t</a:t>
            </a:r>
            <a:r>
              <a:rPr lang="en-IN" sz="2000" spc="-20" dirty="0">
                <a:latin typeface="Cambria"/>
                <a:cs typeface="Cambria"/>
              </a:rPr>
              <a:t>e</a:t>
            </a:r>
            <a:r>
              <a:rPr lang="en-IN" sz="2000" spc="-10" dirty="0">
                <a:latin typeface="Cambria"/>
                <a:cs typeface="Cambria"/>
              </a:rPr>
              <a:t>d</a:t>
            </a:r>
            <a:r>
              <a:rPr lang="en-IN" sz="2000" spc="-35" dirty="0">
                <a:latin typeface="Times New Roman"/>
                <a:cs typeface="Times New Roman"/>
              </a:rPr>
              <a:t> </a:t>
            </a:r>
            <a:r>
              <a:rPr lang="en-IN" sz="2000" spc="-10" dirty="0">
                <a:latin typeface="Cambria"/>
                <a:cs typeface="Cambria"/>
              </a:rPr>
              <a:t>mark</a:t>
            </a:r>
            <a:r>
              <a:rPr lang="en-IN" sz="2000" spc="-5" dirty="0">
                <a:latin typeface="Cambria"/>
                <a:cs typeface="Cambria"/>
              </a:rPr>
              <a:t>ups</a:t>
            </a:r>
            <a:endParaRPr lang="en-IN" sz="2000" dirty="0">
              <a:latin typeface="Cambria"/>
              <a:cs typeface="Cambria"/>
            </a:endParaRPr>
          </a:p>
          <a:p>
            <a:pPr marL="469265" lvl="1" indent="-304165">
              <a:lnSpc>
                <a:spcPct val="100000"/>
              </a:lnSpc>
              <a:spcBef>
                <a:spcPts val="155"/>
              </a:spcBef>
              <a:buFont typeface="Cambria"/>
              <a:buChar char="•"/>
              <a:tabLst>
                <a:tab pos="469900" algn="l"/>
              </a:tabLst>
            </a:pPr>
            <a:r>
              <a:rPr lang="en-IN" sz="2000" spc="-10" dirty="0">
                <a:latin typeface="Cambria"/>
                <a:cs typeface="Cambria"/>
              </a:rPr>
              <a:t>tra</a:t>
            </a:r>
            <a:r>
              <a:rPr lang="en-IN" sz="2000" spc="-5" dirty="0">
                <a:latin typeface="Cambria"/>
                <a:cs typeface="Cambria"/>
              </a:rPr>
              <a:t>d</a:t>
            </a:r>
            <a:r>
              <a:rPr lang="en-IN" sz="2000" spc="-10" dirty="0">
                <a:latin typeface="Cambria"/>
                <a:cs typeface="Cambria"/>
              </a:rPr>
              <a:t>e</a:t>
            </a:r>
            <a:r>
              <a:rPr lang="en-IN" sz="2000" spc="-40" dirty="0">
                <a:latin typeface="Times New Roman"/>
                <a:cs typeface="Times New Roman"/>
              </a:rPr>
              <a:t> </a:t>
            </a:r>
            <a:r>
              <a:rPr lang="en-IN" sz="2000" spc="-5" dirty="0">
                <a:latin typeface="Cambria"/>
                <a:cs typeface="Cambria"/>
              </a:rPr>
              <a:t>d</a:t>
            </a:r>
            <a:r>
              <a:rPr lang="en-IN" sz="2000" spc="-10" dirty="0">
                <a:latin typeface="Cambria"/>
                <a:cs typeface="Cambria"/>
              </a:rPr>
              <a:t>oc</a:t>
            </a:r>
            <a:r>
              <a:rPr lang="en-IN" sz="2000" spc="-20" dirty="0">
                <a:latin typeface="Cambria"/>
                <a:cs typeface="Cambria"/>
              </a:rPr>
              <a:t>u</a:t>
            </a:r>
            <a:r>
              <a:rPr lang="en-IN" sz="2000" dirty="0">
                <a:latin typeface="Cambria"/>
                <a:cs typeface="Cambria"/>
              </a:rPr>
              <a:t>ment</a:t>
            </a:r>
            <a:r>
              <a:rPr lang="en-IN" sz="2000" spc="-10" dirty="0">
                <a:latin typeface="Cambria"/>
                <a:cs typeface="Cambria"/>
              </a:rPr>
              <a:t>s</a:t>
            </a:r>
            <a:endParaRPr lang="en-IN" sz="2000" dirty="0">
              <a:latin typeface="Cambria"/>
              <a:cs typeface="Cambria"/>
            </a:endParaRPr>
          </a:p>
          <a:p>
            <a:pPr marL="469265" lvl="1" indent="-304165">
              <a:lnSpc>
                <a:spcPct val="100000"/>
              </a:lnSpc>
              <a:spcBef>
                <a:spcPts val="145"/>
              </a:spcBef>
              <a:buFont typeface="Cambria"/>
              <a:buChar char="•"/>
              <a:tabLst>
                <a:tab pos="469900" algn="l"/>
              </a:tabLst>
            </a:pPr>
            <a:r>
              <a:rPr lang="en-IN" sz="2000" dirty="0">
                <a:latin typeface="Cambria"/>
                <a:cs typeface="Cambria"/>
              </a:rPr>
              <a:t>c</a:t>
            </a:r>
            <a:r>
              <a:rPr lang="en-IN" sz="2000" spc="-5" dirty="0">
                <a:latin typeface="Cambria"/>
                <a:cs typeface="Cambria"/>
              </a:rPr>
              <a:t>u</a:t>
            </a:r>
            <a:r>
              <a:rPr lang="en-IN" sz="2000" spc="-10" dirty="0">
                <a:latin typeface="Cambria"/>
                <a:cs typeface="Cambria"/>
              </a:rPr>
              <a:t>stomer</a:t>
            </a:r>
            <a:r>
              <a:rPr lang="en-IN" sz="2000" spc="-45" dirty="0">
                <a:latin typeface="Times New Roman"/>
                <a:cs typeface="Times New Roman"/>
              </a:rPr>
              <a:t> </a:t>
            </a:r>
            <a:r>
              <a:rPr lang="en-IN" sz="2000" spc="-10" dirty="0">
                <a:latin typeface="Cambria"/>
                <a:cs typeface="Cambria"/>
              </a:rPr>
              <a:t>re</a:t>
            </a:r>
            <a:r>
              <a:rPr lang="en-IN" sz="2000" spc="-5" dirty="0">
                <a:latin typeface="Cambria"/>
                <a:cs typeface="Cambria"/>
              </a:rPr>
              <a:t>q</a:t>
            </a:r>
            <a:r>
              <a:rPr lang="en-IN" sz="2000" spc="-10" dirty="0">
                <a:latin typeface="Cambria"/>
                <a:cs typeface="Cambria"/>
              </a:rPr>
              <a:t>uiremen</a:t>
            </a:r>
            <a:r>
              <a:rPr lang="en-IN" sz="2000" spc="-5" dirty="0">
                <a:latin typeface="Cambria"/>
                <a:cs typeface="Cambria"/>
              </a:rPr>
              <a:t>ts</a:t>
            </a:r>
            <a:endParaRPr lang="en-IN" sz="2000" dirty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865"/>
              </a:spcBef>
            </a:pPr>
            <a:r>
              <a:rPr lang="en-IN" sz="2000" spc="-5" dirty="0">
                <a:latin typeface="Cambria"/>
                <a:cs typeface="Cambria"/>
              </a:rPr>
              <a:t>Pipeli</a:t>
            </a:r>
            <a:r>
              <a:rPr lang="en-IN" sz="2000" spc="-15" dirty="0">
                <a:latin typeface="Cambria"/>
                <a:cs typeface="Cambria"/>
              </a:rPr>
              <a:t>n</a:t>
            </a:r>
            <a:r>
              <a:rPr lang="en-IN" sz="2000" spc="-10" dirty="0">
                <a:latin typeface="Cambria"/>
                <a:cs typeface="Cambria"/>
              </a:rPr>
              <a:t>e</a:t>
            </a:r>
            <a:r>
              <a:rPr lang="en-IN" sz="2000" spc="-45" dirty="0">
                <a:latin typeface="Times New Roman"/>
                <a:cs typeface="Times New Roman"/>
              </a:rPr>
              <a:t> </a:t>
            </a:r>
            <a:r>
              <a:rPr lang="en-IN" sz="2000" spc="-5" dirty="0">
                <a:latin typeface="Cambria"/>
                <a:cs typeface="Cambria"/>
              </a:rPr>
              <a:t>in</a:t>
            </a:r>
            <a:r>
              <a:rPr lang="en-IN" sz="2000" dirty="0">
                <a:latin typeface="Cambria"/>
                <a:cs typeface="Cambria"/>
              </a:rPr>
              <a:t>cl</a:t>
            </a:r>
            <a:r>
              <a:rPr lang="en-IN" sz="2000" spc="-10" dirty="0">
                <a:latin typeface="Cambria"/>
                <a:cs typeface="Cambria"/>
              </a:rPr>
              <a:t>u</a:t>
            </a:r>
            <a:r>
              <a:rPr lang="en-IN" sz="2000" spc="-5" dirty="0">
                <a:latin typeface="Cambria"/>
                <a:cs typeface="Cambria"/>
              </a:rPr>
              <a:t>des:</a:t>
            </a:r>
            <a:endParaRPr lang="en-IN" sz="2000" dirty="0">
              <a:latin typeface="Cambria"/>
              <a:cs typeface="Cambria"/>
            </a:endParaRPr>
          </a:p>
          <a:p>
            <a:pPr marL="469265" lvl="1" indent="-304165">
              <a:lnSpc>
                <a:spcPct val="100000"/>
              </a:lnSpc>
              <a:spcBef>
                <a:spcPts val="865"/>
              </a:spcBef>
              <a:buFont typeface="Cambria"/>
              <a:buChar char="•"/>
              <a:tabLst>
                <a:tab pos="469900" algn="l"/>
              </a:tabLst>
            </a:pPr>
            <a:r>
              <a:rPr lang="en-IN" sz="2000" spc="-15" dirty="0">
                <a:latin typeface="Cambria"/>
                <a:cs typeface="Cambria"/>
              </a:rPr>
              <a:t>O</a:t>
            </a:r>
            <a:r>
              <a:rPr lang="en-IN" sz="2000" spc="-20" dirty="0">
                <a:latin typeface="Cambria"/>
                <a:cs typeface="Cambria"/>
              </a:rPr>
              <a:t>C</a:t>
            </a:r>
            <a:r>
              <a:rPr lang="en-IN" sz="2000" dirty="0">
                <a:latin typeface="Cambria"/>
                <a:cs typeface="Cambria"/>
              </a:rPr>
              <a:t>R</a:t>
            </a:r>
            <a:r>
              <a:rPr lang="en-IN" sz="2000" spc="-40" dirty="0">
                <a:latin typeface="Times New Roman"/>
                <a:cs typeface="Times New Roman"/>
              </a:rPr>
              <a:t> </a:t>
            </a:r>
            <a:r>
              <a:rPr lang="en-IN" sz="2000" spc="-10" dirty="0">
                <a:latin typeface="Cambria"/>
                <a:cs typeface="Cambria"/>
              </a:rPr>
              <a:t>+</a:t>
            </a:r>
            <a:r>
              <a:rPr lang="en-IN" sz="2000" spc="-45" dirty="0">
                <a:latin typeface="Times New Roman"/>
                <a:cs typeface="Times New Roman"/>
              </a:rPr>
              <a:t> </a:t>
            </a:r>
            <a:r>
              <a:rPr lang="en-IN" sz="2000" spc="-10" dirty="0">
                <a:latin typeface="Cambria"/>
                <a:cs typeface="Cambria"/>
              </a:rPr>
              <a:t>LL</a:t>
            </a:r>
            <a:r>
              <a:rPr lang="en-IN" sz="2000" dirty="0">
                <a:latin typeface="Cambria"/>
                <a:cs typeface="Cambria"/>
              </a:rPr>
              <a:t>M</a:t>
            </a:r>
            <a:r>
              <a:rPr lang="en-IN" sz="2000" spc="-35" dirty="0">
                <a:latin typeface="Times New Roman"/>
                <a:cs typeface="Times New Roman"/>
              </a:rPr>
              <a:t> </a:t>
            </a:r>
            <a:r>
              <a:rPr lang="en-IN" sz="2000" dirty="0">
                <a:latin typeface="Cambria"/>
                <a:cs typeface="Cambria"/>
              </a:rPr>
              <a:t>p</a:t>
            </a:r>
            <a:r>
              <a:rPr lang="en-IN" sz="2000" spc="-15" dirty="0">
                <a:latin typeface="Cambria"/>
                <a:cs typeface="Cambria"/>
              </a:rPr>
              <a:t>arsing</a:t>
            </a:r>
            <a:endParaRPr lang="en-IN" sz="2000" dirty="0">
              <a:latin typeface="Cambria"/>
              <a:cs typeface="Cambria"/>
            </a:endParaRPr>
          </a:p>
          <a:p>
            <a:pPr marL="469265" lvl="1" indent="-304165">
              <a:lnSpc>
                <a:spcPct val="100000"/>
              </a:lnSpc>
              <a:spcBef>
                <a:spcPts val="155"/>
              </a:spcBef>
              <a:buFont typeface="Cambria"/>
              <a:buChar char="•"/>
              <a:tabLst>
                <a:tab pos="469900" algn="l"/>
              </a:tabLst>
            </a:pPr>
            <a:r>
              <a:rPr lang="en-IN" sz="2000" spc="-5" dirty="0">
                <a:latin typeface="Cambria"/>
                <a:cs typeface="Cambria"/>
              </a:rPr>
              <a:t>t</a:t>
            </a:r>
            <a:r>
              <a:rPr lang="en-IN" sz="2000" dirty="0">
                <a:latin typeface="Cambria"/>
                <a:cs typeface="Cambria"/>
              </a:rPr>
              <a:t>e</a:t>
            </a:r>
            <a:r>
              <a:rPr lang="en-IN" sz="2000" spc="-5" dirty="0">
                <a:latin typeface="Cambria"/>
                <a:cs typeface="Cambria"/>
              </a:rPr>
              <a:t>x</a:t>
            </a:r>
            <a:r>
              <a:rPr lang="en-IN" sz="2000" dirty="0">
                <a:latin typeface="Cambria"/>
                <a:cs typeface="Cambria"/>
              </a:rPr>
              <a:t>t</a:t>
            </a:r>
            <a:r>
              <a:rPr lang="en-IN" sz="2000" spc="-40" dirty="0">
                <a:latin typeface="Times New Roman"/>
                <a:cs typeface="Times New Roman"/>
              </a:rPr>
              <a:t> </a:t>
            </a:r>
            <a:r>
              <a:rPr lang="en-IN" sz="2000" dirty="0">
                <a:latin typeface="Cambria"/>
                <a:cs typeface="Cambria"/>
              </a:rPr>
              <a:t>n</a:t>
            </a:r>
            <a:r>
              <a:rPr lang="en-IN" sz="2000" spc="-10" dirty="0">
                <a:latin typeface="Cambria"/>
                <a:cs typeface="Cambria"/>
              </a:rPr>
              <a:t>o</a:t>
            </a:r>
            <a:r>
              <a:rPr lang="en-IN" sz="2000" spc="-15" dirty="0">
                <a:latin typeface="Cambria"/>
                <a:cs typeface="Cambria"/>
              </a:rPr>
              <a:t>r</a:t>
            </a:r>
            <a:r>
              <a:rPr lang="en-IN" sz="2000" dirty="0">
                <a:latin typeface="Cambria"/>
                <a:cs typeface="Cambria"/>
              </a:rPr>
              <a:t>mali</a:t>
            </a:r>
            <a:r>
              <a:rPr lang="en-IN" sz="2000" spc="-5" dirty="0">
                <a:latin typeface="Cambria"/>
                <a:cs typeface="Cambria"/>
              </a:rPr>
              <a:t>za</a:t>
            </a:r>
            <a:r>
              <a:rPr lang="en-IN" sz="2000" dirty="0">
                <a:latin typeface="Cambria"/>
                <a:cs typeface="Cambria"/>
              </a:rPr>
              <a:t>t</a:t>
            </a:r>
            <a:r>
              <a:rPr lang="en-IN" sz="2000" spc="-10" dirty="0">
                <a:latin typeface="Cambria"/>
                <a:cs typeface="Cambria"/>
              </a:rPr>
              <a:t>ion</a:t>
            </a:r>
            <a:endParaRPr lang="en-IN" sz="2000" dirty="0">
              <a:latin typeface="Cambria"/>
              <a:cs typeface="Cambria"/>
            </a:endParaRPr>
          </a:p>
          <a:p>
            <a:pPr marL="469265" lvl="1" indent="-304165">
              <a:lnSpc>
                <a:spcPct val="100000"/>
              </a:lnSpc>
              <a:spcBef>
                <a:spcPts val="145"/>
              </a:spcBef>
              <a:buFont typeface="Cambria"/>
              <a:buChar char="•"/>
              <a:tabLst>
                <a:tab pos="469900" algn="l"/>
              </a:tabLst>
            </a:pPr>
            <a:r>
              <a:rPr lang="en-IN" sz="2000" spc="-5" dirty="0">
                <a:latin typeface="Cambria"/>
                <a:cs typeface="Cambria"/>
              </a:rPr>
              <a:t>str</a:t>
            </a:r>
            <a:r>
              <a:rPr lang="en-IN" sz="2000" spc="-20" dirty="0">
                <a:latin typeface="Cambria"/>
                <a:cs typeface="Cambria"/>
              </a:rPr>
              <a:t>u</a:t>
            </a:r>
            <a:r>
              <a:rPr lang="en-IN" sz="2000" dirty="0">
                <a:latin typeface="Cambria"/>
                <a:cs typeface="Cambria"/>
              </a:rPr>
              <a:t>ctu</a:t>
            </a:r>
            <a:r>
              <a:rPr lang="en-IN" sz="2000" spc="-10" dirty="0">
                <a:latin typeface="Cambria"/>
                <a:cs typeface="Cambria"/>
              </a:rPr>
              <a:t>r</a:t>
            </a:r>
            <a:r>
              <a:rPr lang="en-IN" sz="2000" spc="-5" dirty="0">
                <a:latin typeface="Cambria"/>
                <a:cs typeface="Cambria"/>
              </a:rPr>
              <a:t>a</a:t>
            </a:r>
            <a:r>
              <a:rPr lang="en-IN" sz="2000" dirty="0">
                <a:latin typeface="Cambria"/>
                <a:cs typeface="Cambria"/>
              </a:rPr>
              <a:t>l</a:t>
            </a:r>
            <a:r>
              <a:rPr lang="en-IN" sz="2000" spc="-40" dirty="0">
                <a:latin typeface="Times New Roman"/>
                <a:cs typeface="Times New Roman"/>
              </a:rPr>
              <a:t> </a:t>
            </a:r>
            <a:r>
              <a:rPr lang="en-IN" sz="2000" dirty="0">
                <a:latin typeface="Cambria"/>
                <a:cs typeface="Cambria"/>
              </a:rPr>
              <a:t>meta</a:t>
            </a:r>
            <a:r>
              <a:rPr lang="en-IN" sz="2000" spc="-5" dirty="0">
                <a:latin typeface="Cambria"/>
                <a:cs typeface="Cambria"/>
              </a:rPr>
              <a:t>da</a:t>
            </a:r>
            <a:r>
              <a:rPr lang="en-IN" sz="2000" dirty="0">
                <a:latin typeface="Cambria"/>
                <a:cs typeface="Cambria"/>
              </a:rPr>
              <a:t>ta</a:t>
            </a:r>
            <a:r>
              <a:rPr lang="en-IN" sz="2000" spc="-40" dirty="0">
                <a:latin typeface="Times New Roman"/>
                <a:cs typeface="Times New Roman"/>
              </a:rPr>
              <a:t> </a:t>
            </a:r>
            <a:r>
              <a:rPr lang="en-IN" sz="2000" spc="-10" dirty="0">
                <a:latin typeface="Cambria"/>
                <a:cs typeface="Cambria"/>
              </a:rPr>
              <a:t>e</a:t>
            </a:r>
            <a:r>
              <a:rPr lang="en-IN" sz="2000" spc="-5" dirty="0">
                <a:latin typeface="Cambria"/>
                <a:cs typeface="Cambria"/>
              </a:rPr>
              <a:t>xtract</a:t>
            </a:r>
            <a:r>
              <a:rPr lang="en-IN" sz="2000" dirty="0">
                <a:latin typeface="Cambria"/>
                <a:cs typeface="Cambria"/>
              </a:rPr>
              <a:t>i</a:t>
            </a:r>
            <a:r>
              <a:rPr lang="en-IN" sz="2000" spc="-10" dirty="0">
                <a:latin typeface="Cambria"/>
                <a:cs typeface="Cambria"/>
              </a:rPr>
              <a:t>on</a:t>
            </a:r>
            <a:endParaRPr lang="en-IN" sz="2000" dirty="0">
              <a:latin typeface="Cambria"/>
              <a:cs typeface="Cambria"/>
            </a:endParaRPr>
          </a:p>
          <a:p>
            <a:pPr marL="469265" lvl="1" indent="-304165">
              <a:lnSpc>
                <a:spcPct val="100000"/>
              </a:lnSpc>
              <a:spcBef>
                <a:spcPts val="145"/>
              </a:spcBef>
              <a:buFont typeface="Cambria"/>
              <a:buChar char="•"/>
              <a:tabLst>
                <a:tab pos="469900" algn="l"/>
              </a:tabLst>
            </a:pPr>
            <a:r>
              <a:rPr lang="en-IN" sz="2000" spc="-10" dirty="0">
                <a:latin typeface="Cambria"/>
                <a:cs typeface="Cambria"/>
              </a:rPr>
              <a:t>c</a:t>
            </a:r>
            <a:r>
              <a:rPr lang="en-IN" sz="2000" spc="-15" dirty="0">
                <a:latin typeface="Cambria"/>
                <a:cs typeface="Cambria"/>
              </a:rPr>
              <a:t>h</a:t>
            </a:r>
            <a:r>
              <a:rPr lang="en-IN" sz="2000" spc="-5" dirty="0">
                <a:latin typeface="Cambria"/>
                <a:cs typeface="Cambria"/>
              </a:rPr>
              <a:t>un</a:t>
            </a:r>
            <a:r>
              <a:rPr lang="en-IN" sz="2000" spc="-10" dirty="0">
                <a:latin typeface="Cambria"/>
                <a:cs typeface="Cambria"/>
              </a:rPr>
              <a:t>k</a:t>
            </a:r>
            <a:r>
              <a:rPr lang="en-IN" sz="2000" spc="-5" dirty="0">
                <a:latin typeface="Cambria"/>
                <a:cs typeface="Cambria"/>
              </a:rPr>
              <a:t>in</a:t>
            </a:r>
            <a:r>
              <a:rPr lang="en-IN" sz="2000" dirty="0">
                <a:latin typeface="Cambria"/>
                <a:cs typeface="Cambria"/>
              </a:rPr>
              <a:t>g</a:t>
            </a:r>
            <a:r>
              <a:rPr lang="en-IN" sz="2000" spc="-45" dirty="0">
                <a:latin typeface="Times New Roman"/>
                <a:cs typeface="Times New Roman"/>
              </a:rPr>
              <a:t> </a:t>
            </a:r>
            <a:r>
              <a:rPr lang="en-IN" sz="2000" dirty="0">
                <a:latin typeface="Cambria"/>
                <a:cs typeface="Cambria"/>
              </a:rPr>
              <a:t>b</a:t>
            </a:r>
            <a:r>
              <a:rPr lang="en-IN" sz="2000" spc="-15" dirty="0">
                <a:latin typeface="Cambria"/>
                <a:cs typeface="Cambria"/>
              </a:rPr>
              <a:t>y</a:t>
            </a:r>
            <a:r>
              <a:rPr lang="en-IN" sz="2000" spc="-5" dirty="0">
                <a:latin typeface="Cambria"/>
                <a:cs typeface="Cambria"/>
              </a:rPr>
              <a:t>:</a:t>
            </a:r>
            <a:endParaRPr lang="en-IN" sz="2000" dirty="0">
              <a:latin typeface="Cambria"/>
              <a:cs typeface="Cambria"/>
            </a:endParaRPr>
          </a:p>
          <a:p>
            <a:pPr marL="926465" lvl="2" indent="-304800">
              <a:lnSpc>
                <a:spcPct val="100000"/>
              </a:lnSpc>
              <a:spcBef>
                <a:spcPts val="145"/>
              </a:spcBef>
              <a:buFont typeface="Cambria"/>
              <a:buChar char="–"/>
              <a:tabLst>
                <a:tab pos="927100" algn="l"/>
              </a:tabLst>
            </a:pPr>
            <a:r>
              <a:rPr lang="en-IN" spc="-10" dirty="0">
                <a:latin typeface="Cambria"/>
                <a:cs typeface="Cambria"/>
              </a:rPr>
              <a:t>h</a:t>
            </a:r>
            <a:r>
              <a:rPr lang="en-IN" spc="-15" dirty="0">
                <a:latin typeface="Cambria"/>
                <a:cs typeface="Cambria"/>
              </a:rPr>
              <a:t>o</a:t>
            </a:r>
            <a:r>
              <a:rPr lang="en-IN" spc="-10" dirty="0">
                <a:latin typeface="Cambria"/>
                <a:cs typeface="Cambria"/>
              </a:rPr>
              <a:t>me</a:t>
            </a:r>
            <a:r>
              <a:rPr lang="en-IN" spc="-40" dirty="0">
                <a:latin typeface="Times New Roman"/>
                <a:cs typeface="Times New Roman"/>
              </a:rPr>
              <a:t> </a:t>
            </a:r>
            <a:r>
              <a:rPr lang="en-IN" dirty="0">
                <a:latin typeface="Cambria"/>
                <a:cs typeface="Cambria"/>
              </a:rPr>
              <a:t>/</a:t>
            </a:r>
            <a:r>
              <a:rPr lang="en-IN" spc="-40" dirty="0">
                <a:latin typeface="Times New Roman"/>
                <a:cs typeface="Times New Roman"/>
              </a:rPr>
              <a:t> </a:t>
            </a:r>
            <a:r>
              <a:rPr lang="en-IN" dirty="0">
                <a:latin typeface="Cambria"/>
                <a:cs typeface="Cambria"/>
              </a:rPr>
              <a:t>p</a:t>
            </a:r>
            <a:r>
              <a:rPr lang="en-IN" spc="-10" dirty="0">
                <a:latin typeface="Cambria"/>
                <a:cs typeface="Cambria"/>
              </a:rPr>
              <a:t>roje</a:t>
            </a:r>
            <a:r>
              <a:rPr lang="en-IN" dirty="0">
                <a:latin typeface="Cambria"/>
                <a:cs typeface="Cambria"/>
              </a:rPr>
              <a:t>ct</a:t>
            </a:r>
          </a:p>
          <a:p>
            <a:pPr marL="926465" lvl="2" indent="-304800">
              <a:lnSpc>
                <a:spcPct val="100000"/>
              </a:lnSpc>
              <a:spcBef>
                <a:spcPts val="155"/>
              </a:spcBef>
              <a:buFont typeface="Cambria"/>
              <a:buChar char="–"/>
              <a:tabLst>
                <a:tab pos="927100" algn="l"/>
              </a:tabLst>
            </a:pPr>
            <a:r>
              <a:rPr lang="en-IN" spc="-10" dirty="0">
                <a:latin typeface="Cambria"/>
                <a:cs typeface="Cambria"/>
              </a:rPr>
              <a:t>tra</a:t>
            </a:r>
            <a:r>
              <a:rPr lang="en-IN" spc="-5" dirty="0">
                <a:latin typeface="Cambria"/>
                <a:cs typeface="Cambria"/>
              </a:rPr>
              <a:t>d</a:t>
            </a:r>
            <a:r>
              <a:rPr lang="en-IN" spc="-10" dirty="0">
                <a:latin typeface="Cambria"/>
                <a:cs typeface="Cambria"/>
              </a:rPr>
              <a:t>e</a:t>
            </a:r>
            <a:endParaRPr lang="en-IN" dirty="0">
              <a:latin typeface="Cambria"/>
              <a:cs typeface="Cambria"/>
            </a:endParaRPr>
          </a:p>
          <a:p>
            <a:pPr marL="926465" lvl="2" indent="-304800">
              <a:lnSpc>
                <a:spcPct val="100000"/>
              </a:lnSpc>
              <a:spcBef>
                <a:spcPts val="145"/>
              </a:spcBef>
              <a:buFont typeface="Cambria"/>
              <a:buChar char="–"/>
              <a:tabLst>
                <a:tab pos="927100" algn="l"/>
              </a:tabLst>
            </a:pPr>
            <a:r>
              <a:rPr lang="en-IN" spc="-10" dirty="0">
                <a:latin typeface="Cambria"/>
                <a:cs typeface="Cambria"/>
              </a:rPr>
              <a:t>sheet</a:t>
            </a:r>
            <a:r>
              <a:rPr lang="en-IN" spc="-35" dirty="0">
                <a:latin typeface="Times New Roman"/>
                <a:cs typeface="Times New Roman"/>
              </a:rPr>
              <a:t> </a:t>
            </a:r>
            <a:r>
              <a:rPr lang="en-IN" dirty="0">
                <a:latin typeface="Cambria"/>
                <a:cs typeface="Cambria"/>
              </a:rPr>
              <a:t>/</a:t>
            </a:r>
            <a:r>
              <a:rPr lang="en-IN" spc="-40" dirty="0">
                <a:latin typeface="Times New Roman"/>
                <a:cs typeface="Times New Roman"/>
              </a:rPr>
              <a:t> </a:t>
            </a:r>
            <a:r>
              <a:rPr lang="en-IN" dirty="0">
                <a:latin typeface="Cambria"/>
                <a:cs typeface="Cambria"/>
              </a:rPr>
              <a:t>p</a:t>
            </a:r>
            <a:r>
              <a:rPr lang="en-IN" spc="-5" dirty="0">
                <a:latin typeface="Cambria"/>
                <a:cs typeface="Cambria"/>
              </a:rPr>
              <a:t>age</a:t>
            </a:r>
            <a:endParaRPr lang="en-IN" dirty="0">
              <a:latin typeface="Cambria"/>
              <a:cs typeface="Cambria"/>
            </a:endParaRPr>
          </a:p>
          <a:p>
            <a:pPr marL="926465" lvl="2" indent="-304800">
              <a:lnSpc>
                <a:spcPct val="100000"/>
              </a:lnSpc>
              <a:spcBef>
                <a:spcPts val="145"/>
              </a:spcBef>
              <a:buFont typeface="Cambria"/>
              <a:buChar char="–"/>
              <a:tabLst>
                <a:tab pos="927100" algn="l"/>
              </a:tabLst>
            </a:pPr>
            <a:r>
              <a:rPr lang="en-IN" spc="-10" dirty="0">
                <a:latin typeface="Cambria"/>
                <a:cs typeface="Cambria"/>
              </a:rPr>
              <a:t>region</a:t>
            </a:r>
            <a:r>
              <a:rPr lang="en-IN" spc="-40" dirty="0">
                <a:latin typeface="Times New Roman"/>
                <a:cs typeface="Times New Roman"/>
              </a:rPr>
              <a:t> </a:t>
            </a:r>
            <a:r>
              <a:rPr lang="en-IN" dirty="0">
                <a:latin typeface="Cambria"/>
                <a:cs typeface="Cambria"/>
              </a:rPr>
              <a:t>(</a:t>
            </a:r>
            <a:r>
              <a:rPr lang="en-IN" spc="-10" dirty="0">
                <a:latin typeface="Cambria"/>
                <a:cs typeface="Cambria"/>
              </a:rPr>
              <a:t>when</a:t>
            </a:r>
            <a:r>
              <a:rPr lang="en-IN" spc="-40" dirty="0">
                <a:latin typeface="Times New Roman"/>
                <a:cs typeface="Times New Roman"/>
              </a:rPr>
              <a:t> </a:t>
            </a:r>
            <a:r>
              <a:rPr lang="en-IN" spc="-10" dirty="0">
                <a:latin typeface="Cambria"/>
                <a:cs typeface="Cambria"/>
              </a:rPr>
              <a:t>coo</a:t>
            </a:r>
            <a:r>
              <a:rPr lang="en-IN" spc="-15" dirty="0">
                <a:latin typeface="Cambria"/>
                <a:cs typeface="Cambria"/>
              </a:rPr>
              <a:t>r</a:t>
            </a:r>
            <a:r>
              <a:rPr lang="en-IN" spc="-5" dirty="0">
                <a:latin typeface="Cambria"/>
                <a:cs typeface="Cambria"/>
              </a:rPr>
              <a:t>dina</a:t>
            </a:r>
            <a:r>
              <a:rPr lang="en-IN" dirty="0">
                <a:latin typeface="Cambria"/>
                <a:cs typeface="Cambria"/>
              </a:rPr>
              <a:t>t</a:t>
            </a:r>
            <a:r>
              <a:rPr lang="en-IN" spc="-10" dirty="0">
                <a:latin typeface="Cambria"/>
                <a:cs typeface="Cambria"/>
              </a:rPr>
              <a:t>es</a:t>
            </a:r>
            <a:r>
              <a:rPr lang="en-IN" spc="-40" dirty="0">
                <a:latin typeface="Times New Roman"/>
                <a:cs typeface="Times New Roman"/>
              </a:rPr>
              <a:t> </a:t>
            </a:r>
            <a:r>
              <a:rPr lang="en-IN" spc="-10" dirty="0">
                <a:latin typeface="Cambria"/>
                <a:cs typeface="Cambria"/>
              </a:rPr>
              <a:t>e</a:t>
            </a:r>
            <a:r>
              <a:rPr lang="en-IN" spc="-5" dirty="0">
                <a:latin typeface="Cambria"/>
                <a:cs typeface="Cambria"/>
              </a:rPr>
              <a:t>xist)</a:t>
            </a:r>
            <a:endParaRPr lang="en-IN" dirty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865"/>
              </a:spcBef>
            </a:pPr>
            <a:r>
              <a:rPr lang="en-IN" sz="2000" spc="-10" dirty="0">
                <a:latin typeface="Cambria"/>
                <a:cs typeface="Cambria"/>
              </a:rPr>
              <a:t>T</a:t>
            </a:r>
            <a:r>
              <a:rPr lang="en-IN" sz="2000" spc="-20" dirty="0">
                <a:latin typeface="Cambria"/>
                <a:cs typeface="Cambria"/>
              </a:rPr>
              <a:t>h</a:t>
            </a:r>
            <a:r>
              <a:rPr lang="en-IN" sz="2000" spc="-10" dirty="0">
                <a:latin typeface="Cambria"/>
                <a:cs typeface="Cambria"/>
              </a:rPr>
              <a:t>ese</a:t>
            </a:r>
            <a:r>
              <a:rPr lang="en-IN" sz="2000" spc="-35" dirty="0">
                <a:latin typeface="Times New Roman"/>
                <a:cs typeface="Times New Roman"/>
              </a:rPr>
              <a:t> </a:t>
            </a:r>
            <a:r>
              <a:rPr lang="en-IN" sz="2000" spc="-10" dirty="0">
                <a:latin typeface="Cambria"/>
                <a:cs typeface="Cambria"/>
              </a:rPr>
              <a:t>c</a:t>
            </a:r>
            <a:r>
              <a:rPr lang="en-IN" sz="2000" spc="-15" dirty="0">
                <a:latin typeface="Cambria"/>
                <a:cs typeface="Cambria"/>
              </a:rPr>
              <a:t>h</a:t>
            </a:r>
            <a:r>
              <a:rPr lang="en-IN" sz="2000" spc="-5" dirty="0">
                <a:latin typeface="Cambria"/>
                <a:cs typeface="Cambria"/>
              </a:rPr>
              <a:t>un</a:t>
            </a:r>
            <a:r>
              <a:rPr lang="en-IN" sz="2000" spc="-10" dirty="0">
                <a:latin typeface="Cambria"/>
                <a:cs typeface="Cambria"/>
              </a:rPr>
              <a:t>ks</a:t>
            </a:r>
            <a:r>
              <a:rPr lang="en-IN" sz="2000" spc="-40" dirty="0">
                <a:latin typeface="Times New Roman"/>
                <a:cs typeface="Times New Roman"/>
              </a:rPr>
              <a:t> </a:t>
            </a:r>
            <a:r>
              <a:rPr lang="en-IN" sz="2000" spc="-10" dirty="0">
                <a:latin typeface="Cambria"/>
                <a:cs typeface="Cambria"/>
              </a:rPr>
              <a:t>feed</a:t>
            </a:r>
            <a:r>
              <a:rPr lang="en-IN" sz="2000" spc="-30" dirty="0">
                <a:latin typeface="Times New Roman"/>
                <a:cs typeface="Times New Roman"/>
              </a:rPr>
              <a:t> </a:t>
            </a:r>
            <a:r>
              <a:rPr lang="en-IN" sz="2000" spc="-15" dirty="0">
                <a:latin typeface="Cambria"/>
                <a:cs typeface="Cambria"/>
              </a:rPr>
              <a:t>th</a:t>
            </a:r>
            <a:r>
              <a:rPr lang="en-IN" sz="2000" spc="-10" dirty="0">
                <a:latin typeface="Cambria"/>
                <a:cs typeface="Cambria"/>
              </a:rPr>
              <a:t>e</a:t>
            </a:r>
            <a:r>
              <a:rPr lang="en-IN" sz="2000" spc="-30" dirty="0">
                <a:latin typeface="Times New Roman"/>
                <a:cs typeface="Times New Roman"/>
              </a:rPr>
              <a:t> </a:t>
            </a:r>
            <a:r>
              <a:rPr lang="en-IN" sz="2000" b="1" spc="-10" dirty="0">
                <a:latin typeface="Cambria"/>
                <a:cs typeface="Cambria"/>
              </a:rPr>
              <a:t>vect</a:t>
            </a:r>
            <a:r>
              <a:rPr lang="en-IN" sz="2000" b="1" spc="-5" dirty="0">
                <a:latin typeface="Cambria"/>
                <a:cs typeface="Cambria"/>
              </a:rPr>
              <a:t>o</a:t>
            </a:r>
            <a:r>
              <a:rPr lang="en-IN" sz="2000" b="1" dirty="0">
                <a:latin typeface="Cambria"/>
                <a:cs typeface="Cambria"/>
              </a:rPr>
              <a:t>r</a:t>
            </a:r>
            <a:r>
              <a:rPr lang="en-IN" sz="2000" b="1" spc="-40" dirty="0">
                <a:latin typeface="Times New Roman"/>
                <a:cs typeface="Times New Roman"/>
              </a:rPr>
              <a:t> </a:t>
            </a:r>
            <a:r>
              <a:rPr lang="en-IN" sz="2000" b="1" spc="-10" dirty="0">
                <a:latin typeface="Cambria"/>
                <a:cs typeface="Cambria"/>
              </a:rPr>
              <a:t>i</a:t>
            </a:r>
            <a:r>
              <a:rPr lang="en-IN" sz="2000" b="1" spc="-15" dirty="0">
                <a:latin typeface="Cambria"/>
                <a:cs typeface="Cambria"/>
              </a:rPr>
              <a:t>n</a:t>
            </a:r>
            <a:r>
              <a:rPr lang="en-IN" sz="2000" b="1" dirty="0">
                <a:latin typeface="Cambria"/>
                <a:cs typeface="Cambria"/>
              </a:rPr>
              <a:t>de</a:t>
            </a:r>
            <a:r>
              <a:rPr lang="en-IN" sz="2000" b="1" spc="5" dirty="0">
                <a:latin typeface="Cambria"/>
                <a:cs typeface="Cambria"/>
              </a:rPr>
              <a:t>x</a:t>
            </a:r>
            <a:r>
              <a:rPr lang="en-IN" sz="2000" dirty="0">
                <a:latin typeface="Cambria"/>
                <a:cs typeface="Cambria"/>
              </a:rPr>
              <a:t>,</a:t>
            </a:r>
            <a:r>
              <a:rPr lang="en-IN" sz="2000" spc="-35" dirty="0">
                <a:latin typeface="Times New Roman"/>
                <a:cs typeface="Times New Roman"/>
              </a:rPr>
              <a:t> </a:t>
            </a:r>
            <a:r>
              <a:rPr lang="en-IN" sz="2000" spc="-10" dirty="0">
                <a:latin typeface="Cambria"/>
                <a:cs typeface="Cambria"/>
              </a:rPr>
              <a:t>ena</a:t>
            </a:r>
            <a:r>
              <a:rPr lang="en-IN" sz="2000" dirty="0">
                <a:latin typeface="Cambria"/>
                <a:cs typeface="Cambria"/>
              </a:rPr>
              <a:t>b</a:t>
            </a:r>
            <a:r>
              <a:rPr lang="en-IN" sz="2000" spc="-5" dirty="0">
                <a:latin typeface="Cambria"/>
                <a:cs typeface="Cambria"/>
              </a:rPr>
              <a:t>ling:</a:t>
            </a:r>
            <a:endParaRPr lang="en-IN" sz="2000" dirty="0">
              <a:latin typeface="Cambria"/>
              <a:cs typeface="Cambria"/>
            </a:endParaRPr>
          </a:p>
          <a:p>
            <a:pPr marL="469265" lvl="1" indent="-304165">
              <a:lnSpc>
                <a:spcPct val="100000"/>
              </a:lnSpc>
              <a:spcBef>
                <a:spcPts val="875"/>
              </a:spcBef>
              <a:buFont typeface="Cambria"/>
              <a:buChar char="•"/>
              <a:tabLst>
                <a:tab pos="469900" algn="l"/>
              </a:tabLst>
            </a:pPr>
            <a:r>
              <a:rPr lang="en-IN" sz="2000" spc="-5" dirty="0">
                <a:latin typeface="Cambria"/>
                <a:cs typeface="Cambria"/>
              </a:rPr>
              <a:t>hi</a:t>
            </a:r>
            <a:r>
              <a:rPr lang="en-IN" sz="2000" spc="-15" dirty="0">
                <a:latin typeface="Cambria"/>
                <a:cs typeface="Cambria"/>
              </a:rPr>
              <a:t>gh</a:t>
            </a:r>
            <a:r>
              <a:rPr lang="en-IN" sz="2000" spc="-5" dirty="0">
                <a:latin typeface="Cambria"/>
                <a:cs typeface="Cambria"/>
              </a:rPr>
              <a:t>-</a:t>
            </a:r>
            <a:r>
              <a:rPr lang="en-IN" sz="2000" dirty="0">
                <a:latin typeface="Cambria"/>
                <a:cs typeface="Cambria"/>
              </a:rPr>
              <a:t>p</a:t>
            </a:r>
            <a:r>
              <a:rPr lang="en-IN" sz="2000" spc="-10" dirty="0">
                <a:latin typeface="Cambria"/>
                <a:cs typeface="Cambria"/>
              </a:rPr>
              <a:t>r</a:t>
            </a:r>
            <a:r>
              <a:rPr lang="en-IN" sz="2000" spc="-5" dirty="0">
                <a:latin typeface="Cambria"/>
                <a:cs typeface="Cambria"/>
              </a:rPr>
              <a:t>ecis</a:t>
            </a:r>
            <a:r>
              <a:rPr lang="en-IN" sz="2000" dirty="0">
                <a:latin typeface="Cambria"/>
                <a:cs typeface="Cambria"/>
              </a:rPr>
              <a:t>i</a:t>
            </a:r>
            <a:r>
              <a:rPr lang="en-IN" sz="2000" spc="-10" dirty="0">
                <a:latin typeface="Cambria"/>
                <a:cs typeface="Cambria"/>
              </a:rPr>
              <a:t>on</a:t>
            </a:r>
            <a:r>
              <a:rPr lang="en-IN" sz="2000" spc="-40" dirty="0">
                <a:latin typeface="Times New Roman"/>
                <a:cs typeface="Times New Roman"/>
              </a:rPr>
              <a:t> </a:t>
            </a:r>
            <a:r>
              <a:rPr lang="en-IN" sz="2000" spc="-10" dirty="0">
                <a:latin typeface="Cambria"/>
                <a:cs typeface="Cambria"/>
              </a:rPr>
              <a:t>r</a:t>
            </a:r>
            <a:r>
              <a:rPr lang="en-IN" sz="2000" dirty="0">
                <a:latin typeface="Cambria"/>
                <a:cs typeface="Cambria"/>
              </a:rPr>
              <a:t>et</a:t>
            </a:r>
            <a:r>
              <a:rPr lang="en-IN" sz="2000" spc="-10" dirty="0">
                <a:latin typeface="Cambria"/>
                <a:cs typeface="Cambria"/>
              </a:rPr>
              <a:t>r</a:t>
            </a:r>
            <a:r>
              <a:rPr lang="en-IN" sz="2000" spc="-5" dirty="0">
                <a:latin typeface="Cambria"/>
                <a:cs typeface="Cambria"/>
              </a:rPr>
              <a:t>ie</a:t>
            </a:r>
            <a:r>
              <a:rPr lang="en-IN" sz="2000" spc="-15" dirty="0">
                <a:latin typeface="Cambria"/>
                <a:cs typeface="Cambria"/>
              </a:rPr>
              <a:t>v</a:t>
            </a:r>
            <a:r>
              <a:rPr lang="en-IN" sz="2000" spc="-5" dirty="0">
                <a:latin typeface="Cambria"/>
                <a:cs typeface="Cambria"/>
              </a:rPr>
              <a:t>al</a:t>
            </a:r>
            <a:endParaRPr lang="en-IN" sz="2000" dirty="0">
              <a:latin typeface="Cambria"/>
              <a:cs typeface="Cambria"/>
            </a:endParaRPr>
          </a:p>
          <a:p>
            <a:pPr marL="469265" lvl="1" indent="-304165">
              <a:lnSpc>
                <a:spcPct val="100000"/>
              </a:lnSpc>
              <a:spcBef>
                <a:spcPts val="145"/>
              </a:spcBef>
              <a:buFont typeface="Cambria"/>
              <a:buChar char="•"/>
              <a:tabLst>
                <a:tab pos="469900" algn="l"/>
              </a:tabLst>
            </a:pPr>
            <a:r>
              <a:rPr lang="en-IN" sz="2000" spc="-10" dirty="0">
                <a:latin typeface="Cambria"/>
                <a:cs typeface="Cambria"/>
              </a:rPr>
              <a:t>tra</a:t>
            </a:r>
            <a:r>
              <a:rPr lang="en-IN" sz="2000" spc="-5" dirty="0">
                <a:latin typeface="Cambria"/>
                <a:cs typeface="Cambria"/>
              </a:rPr>
              <a:t>d</a:t>
            </a:r>
            <a:r>
              <a:rPr lang="en-IN" sz="2000" spc="-10" dirty="0">
                <a:latin typeface="Cambria"/>
                <a:cs typeface="Cambria"/>
              </a:rPr>
              <a:t>e</a:t>
            </a:r>
            <a:r>
              <a:rPr lang="en-IN" sz="2000" spc="-5" dirty="0">
                <a:latin typeface="Cambria"/>
                <a:cs typeface="Cambria"/>
              </a:rPr>
              <a:t>-specific</a:t>
            </a:r>
            <a:r>
              <a:rPr lang="en-IN" sz="2000" spc="-40" dirty="0">
                <a:latin typeface="Times New Roman"/>
                <a:cs typeface="Times New Roman"/>
              </a:rPr>
              <a:t> </a:t>
            </a:r>
            <a:r>
              <a:rPr lang="en-IN" sz="2000" dirty="0">
                <a:latin typeface="Cambria"/>
                <a:cs typeface="Cambria"/>
              </a:rPr>
              <a:t>context</a:t>
            </a:r>
            <a:r>
              <a:rPr lang="en-IN" sz="2000" spc="-40" dirty="0">
                <a:latin typeface="Times New Roman"/>
                <a:cs typeface="Times New Roman"/>
              </a:rPr>
              <a:t> </a:t>
            </a:r>
            <a:r>
              <a:rPr lang="en-IN" sz="2000" spc="-10" dirty="0">
                <a:latin typeface="Cambria"/>
                <a:cs typeface="Cambria"/>
              </a:rPr>
              <a:t>t</a:t>
            </a:r>
            <a:r>
              <a:rPr lang="en-IN" sz="2000" spc="-15" dirty="0">
                <a:latin typeface="Cambria"/>
                <a:cs typeface="Cambria"/>
              </a:rPr>
              <a:t>ar</a:t>
            </a:r>
            <a:r>
              <a:rPr lang="en-IN" sz="2000" spc="-20" dirty="0">
                <a:latin typeface="Cambria"/>
                <a:cs typeface="Cambria"/>
              </a:rPr>
              <a:t>g</a:t>
            </a:r>
            <a:r>
              <a:rPr lang="en-IN" sz="2000" dirty="0">
                <a:latin typeface="Cambria"/>
                <a:cs typeface="Cambria"/>
              </a:rPr>
              <a:t>et</a:t>
            </a:r>
            <a:r>
              <a:rPr lang="en-IN" sz="2000" spc="-5" dirty="0">
                <a:latin typeface="Cambria"/>
                <a:cs typeface="Cambria"/>
              </a:rPr>
              <a:t>in</a:t>
            </a:r>
            <a:r>
              <a:rPr lang="en-IN" sz="2000" dirty="0">
                <a:latin typeface="Cambria"/>
                <a:cs typeface="Cambria"/>
              </a:rPr>
              <a:t>g</a:t>
            </a:r>
          </a:p>
          <a:p>
            <a:pPr marL="469265" lvl="1" indent="-304165">
              <a:lnSpc>
                <a:spcPct val="100000"/>
              </a:lnSpc>
              <a:spcBef>
                <a:spcPts val="145"/>
              </a:spcBef>
              <a:buFont typeface="Cambria"/>
              <a:buChar char="•"/>
              <a:tabLst>
                <a:tab pos="469900" algn="l"/>
              </a:tabLst>
            </a:pPr>
            <a:r>
              <a:rPr lang="en-IN" sz="2000" spc="-10" dirty="0">
                <a:latin typeface="Cambria"/>
                <a:cs typeface="Cambria"/>
              </a:rPr>
              <a:t>so</a:t>
            </a:r>
            <a:r>
              <a:rPr lang="en-IN" sz="2000" spc="-15" dirty="0">
                <a:latin typeface="Cambria"/>
                <a:cs typeface="Cambria"/>
              </a:rPr>
              <a:t>u</a:t>
            </a:r>
            <a:r>
              <a:rPr lang="en-IN" sz="2000" spc="-10" dirty="0">
                <a:latin typeface="Cambria"/>
                <a:cs typeface="Cambria"/>
              </a:rPr>
              <a:t>rce</a:t>
            </a:r>
            <a:r>
              <a:rPr lang="en-IN" sz="2000" spc="-5" dirty="0">
                <a:latin typeface="Cambria"/>
                <a:cs typeface="Cambria"/>
              </a:rPr>
              <a:t>-awar</a:t>
            </a:r>
            <a:r>
              <a:rPr lang="en-IN" sz="2000" spc="-10" dirty="0">
                <a:latin typeface="Cambria"/>
                <a:cs typeface="Cambria"/>
              </a:rPr>
              <a:t>e</a:t>
            </a:r>
            <a:r>
              <a:rPr lang="en-IN" sz="2000" spc="-40" dirty="0">
                <a:latin typeface="Times New Roman"/>
                <a:cs typeface="Times New Roman"/>
              </a:rPr>
              <a:t> </a:t>
            </a:r>
            <a:r>
              <a:rPr lang="en-IN" sz="2000" spc="-10" dirty="0">
                <a:latin typeface="Cambria"/>
                <a:cs typeface="Cambria"/>
              </a:rPr>
              <a:t>reasoni</a:t>
            </a:r>
            <a:r>
              <a:rPr lang="en-IN" sz="2000" spc="-5" dirty="0">
                <a:latin typeface="Cambria"/>
                <a:cs typeface="Cambria"/>
              </a:rPr>
              <a:t>ng</a:t>
            </a:r>
            <a:endParaRPr lang="en-IN" sz="2000" dirty="0">
              <a:latin typeface="Cambria"/>
              <a:cs typeface="Cambria"/>
            </a:endParaRPr>
          </a:p>
          <a:p>
            <a:endParaRPr lang="en-US" dirty="0"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94CC0AFD-F0FB-8441-914D-FA2A86975066}"/>
              </a:ext>
            </a:extLst>
          </p:cNvPr>
          <p:cNvSpPr/>
          <p:nvPr/>
        </p:nvSpPr>
        <p:spPr>
          <a:xfrm>
            <a:off x="6249163" y="1509124"/>
            <a:ext cx="5942837" cy="395477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656662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51F50C-0748-C844-BB3B-56EE8A4406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53035"/>
            <a:ext cx="5680934" cy="5423928"/>
          </a:xfrm>
        </p:spPr>
        <p:txBody>
          <a:bodyPr/>
          <a:lstStyle/>
          <a:p>
            <a:pPr marL="196850" indent="-184150">
              <a:lnSpc>
                <a:spcPct val="100000"/>
              </a:lnSpc>
              <a:buClr>
                <a:srgbClr val="4F80BC"/>
              </a:buClr>
              <a:buFont typeface="Calibri"/>
              <a:buAutoNum type="arabicParenR" startAt="3"/>
              <a:tabLst>
                <a:tab pos="197485" algn="l"/>
              </a:tabLst>
            </a:pPr>
            <a:r>
              <a:rPr lang="en-IN" sz="2400" b="1" dirty="0">
                <a:solidFill>
                  <a:srgbClr val="4F80BC"/>
                </a:solidFill>
                <a:latin typeface="Calibri"/>
                <a:cs typeface="Calibri"/>
              </a:rPr>
              <a:t>Structur</a:t>
            </a:r>
            <a:r>
              <a:rPr lang="en-IN" sz="2400" b="1" spc="-10" dirty="0">
                <a:solidFill>
                  <a:srgbClr val="4F80BC"/>
                </a:solidFill>
                <a:latin typeface="Calibri"/>
                <a:cs typeface="Calibri"/>
              </a:rPr>
              <a:t>e</a:t>
            </a:r>
            <a:r>
              <a:rPr lang="en-IN" sz="2400" b="1" dirty="0">
                <a:solidFill>
                  <a:srgbClr val="4F80BC"/>
                </a:solidFill>
                <a:latin typeface="Calibri"/>
                <a:cs typeface="Calibri"/>
              </a:rPr>
              <a:t>d</a:t>
            </a:r>
            <a:r>
              <a:rPr lang="en-IN" sz="2400" b="1" spc="-35" dirty="0">
                <a:solidFill>
                  <a:srgbClr val="4F80BC"/>
                </a:solidFill>
                <a:latin typeface="Times New Roman"/>
                <a:cs typeface="Times New Roman"/>
              </a:rPr>
              <a:t> </a:t>
            </a:r>
            <a:r>
              <a:rPr lang="en-IN" sz="2400" b="1" dirty="0">
                <a:solidFill>
                  <a:srgbClr val="4F80BC"/>
                </a:solidFill>
                <a:latin typeface="Calibri"/>
                <a:cs typeface="Calibri"/>
              </a:rPr>
              <a:t>R</a:t>
            </a:r>
            <a:r>
              <a:rPr lang="en-IN" sz="2400" b="1" spc="-15" dirty="0">
                <a:solidFill>
                  <a:srgbClr val="4F80BC"/>
                </a:solidFill>
                <a:latin typeface="Calibri"/>
                <a:cs typeface="Calibri"/>
              </a:rPr>
              <a:t>A</a:t>
            </a:r>
            <a:r>
              <a:rPr lang="en-IN" sz="2400" b="1" dirty="0">
                <a:solidFill>
                  <a:srgbClr val="4F80BC"/>
                </a:solidFill>
                <a:latin typeface="Calibri"/>
                <a:cs typeface="Calibri"/>
              </a:rPr>
              <a:t>G</a:t>
            </a:r>
            <a:r>
              <a:rPr lang="en-IN" sz="2400" b="1" spc="-35" dirty="0">
                <a:solidFill>
                  <a:srgbClr val="4F80BC"/>
                </a:solidFill>
                <a:latin typeface="Times New Roman"/>
                <a:cs typeface="Times New Roman"/>
              </a:rPr>
              <a:t> </a:t>
            </a:r>
            <a:r>
              <a:rPr lang="en-IN" sz="2400" b="1" spc="-10" dirty="0">
                <a:solidFill>
                  <a:srgbClr val="4F80BC"/>
                </a:solidFill>
                <a:latin typeface="Calibri"/>
                <a:cs typeface="Calibri"/>
              </a:rPr>
              <a:t>R</a:t>
            </a:r>
            <a:r>
              <a:rPr lang="en-IN" sz="2400" b="1" spc="-5" dirty="0">
                <a:solidFill>
                  <a:srgbClr val="4F80BC"/>
                </a:solidFill>
                <a:latin typeface="Calibri"/>
                <a:cs typeface="Calibri"/>
              </a:rPr>
              <a:t>e</a:t>
            </a:r>
            <a:r>
              <a:rPr lang="en-IN" sz="2400" b="1" dirty="0">
                <a:solidFill>
                  <a:srgbClr val="4F80BC"/>
                </a:solidFill>
                <a:latin typeface="Calibri"/>
                <a:cs typeface="Calibri"/>
              </a:rPr>
              <a:t>sp</a:t>
            </a:r>
            <a:r>
              <a:rPr lang="en-IN" sz="2400" b="1" spc="-10" dirty="0">
                <a:solidFill>
                  <a:srgbClr val="4F80BC"/>
                </a:solidFill>
                <a:latin typeface="Calibri"/>
                <a:cs typeface="Calibri"/>
              </a:rPr>
              <a:t>o</a:t>
            </a:r>
            <a:r>
              <a:rPr lang="en-IN" sz="2400" b="1" dirty="0">
                <a:solidFill>
                  <a:srgbClr val="4F80BC"/>
                </a:solidFill>
                <a:latin typeface="Calibri"/>
                <a:cs typeface="Calibri"/>
              </a:rPr>
              <a:t>ns</a:t>
            </a:r>
            <a:r>
              <a:rPr lang="en-IN" sz="2400" b="1" spc="-15" dirty="0">
                <a:solidFill>
                  <a:srgbClr val="4F80BC"/>
                </a:solidFill>
                <a:latin typeface="Calibri"/>
                <a:cs typeface="Calibri"/>
              </a:rPr>
              <a:t>e</a:t>
            </a:r>
            <a:r>
              <a:rPr lang="en-IN" sz="2400" b="1" dirty="0">
                <a:solidFill>
                  <a:srgbClr val="4F80BC"/>
                </a:solidFill>
                <a:latin typeface="Calibri"/>
                <a:cs typeface="Calibri"/>
              </a:rPr>
              <a:t>s</a:t>
            </a:r>
            <a:endParaRPr lang="en-IN" sz="2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45"/>
              </a:spcBef>
            </a:pPr>
            <a:r>
              <a:rPr lang="en-IN" sz="2000" spc="-5" dirty="0">
                <a:latin typeface="Cambria"/>
                <a:cs typeface="Cambria"/>
              </a:rPr>
              <a:t>Wh</a:t>
            </a:r>
            <a:r>
              <a:rPr lang="en-IN" sz="2000" spc="-10" dirty="0">
                <a:latin typeface="Cambria"/>
                <a:cs typeface="Cambria"/>
              </a:rPr>
              <a:t>en</a:t>
            </a:r>
            <a:r>
              <a:rPr lang="en-IN" sz="2000" spc="-35" dirty="0">
                <a:latin typeface="Times New Roman"/>
                <a:cs typeface="Times New Roman"/>
              </a:rPr>
              <a:t> </a:t>
            </a:r>
            <a:r>
              <a:rPr lang="en-IN" sz="2000" dirty="0">
                <a:latin typeface="Cambria"/>
                <a:cs typeface="Cambria"/>
              </a:rPr>
              <a:t>a</a:t>
            </a:r>
            <a:r>
              <a:rPr lang="en-IN" sz="2000" spc="-40" dirty="0">
                <a:latin typeface="Times New Roman"/>
                <a:cs typeface="Times New Roman"/>
              </a:rPr>
              <a:t> </a:t>
            </a:r>
            <a:r>
              <a:rPr lang="en-IN" sz="2000" spc="-15" dirty="0">
                <a:latin typeface="Cambria"/>
                <a:cs typeface="Cambria"/>
              </a:rPr>
              <a:t>use</a:t>
            </a:r>
            <a:r>
              <a:rPr lang="en-IN" sz="2000" spc="-5" dirty="0">
                <a:latin typeface="Cambria"/>
                <a:cs typeface="Cambria"/>
              </a:rPr>
              <a:t>r</a:t>
            </a:r>
            <a:r>
              <a:rPr lang="en-IN" sz="2000" spc="-35" dirty="0">
                <a:latin typeface="Times New Roman"/>
                <a:cs typeface="Times New Roman"/>
              </a:rPr>
              <a:t> </a:t>
            </a:r>
            <a:r>
              <a:rPr lang="en-IN" sz="2000" spc="-5" dirty="0">
                <a:latin typeface="Cambria"/>
                <a:cs typeface="Cambria"/>
              </a:rPr>
              <a:t>ask</a:t>
            </a:r>
            <a:r>
              <a:rPr lang="en-IN" sz="2000" spc="-10" dirty="0">
                <a:latin typeface="Cambria"/>
                <a:cs typeface="Cambria"/>
              </a:rPr>
              <a:t>s</a:t>
            </a:r>
            <a:r>
              <a:rPr lang="en-IN" sz="2000" spc="-40" dirty="0">
                <a:latin typeface="Times New Roman"/>
                <a:cs typeface="Times New Roman"/>
              </a:rPr>
              <a:t> </a:t>
            </a:r>
            <a:r>
              <a:rPr lang="en-IN" sz="2000" dirty="0">
                <a:latin typeface="Cambria"/>
                <a:cs typeface="Cambria"/>
              </a:rPr>
              <a:t>a</a:t>
            </a:r>
            <a:r>
              <a:rPr lang="en-IN" sz="2000" spc="-40" dirty="0">
                <a:latin typeface="Times New Roman"/>
                <a:cs typeface="Times New Roman"/>
              </a:rPr>
              <a:t> </a:t>
            </a:r>
            <a:r>
              <a:rPr lang="en-IN" sz="2000" spc="-5" dirty="0">
                <a:latin typeface="Cambria"/>
                <a:cs typeface="Cambria"/>
              </a:rPr>
              <a:t>q</a:t>
            </a:r>
            <a:r>
              <a:rPr lang="en-IN" sz="2000" spc="-15" dirty="0">
                <a:latin typeface="Cambria"/>
                <a:cs typeface="Cambria"/>
              </a:rPr>
              <a:t>uest</a:t>
            </a:r>
            <a:r>
              <a:rPr lang="en-IN" sz="2000" spc="-10" dirty="0">
                <a:latin typeface="Cambria"/>
                <a:cs typeface="Cambria"/>
              </a:rPr>
              <a:t>ion</a:t>
            </a:r>
            <a:r>
              <a:rPr lang="en-IN" sz="2000" spc="-40" dirty="0">
                <a:latin typeface="Times New Roman"/>
                <a:cs typeface="Times New Roman"/>
              </a:rPr>
              <a:t> </a:t>
            </a:r>
            <a:r>
              <a:rPr lang="en-IN" sz="2000" spc="-10" dirty="0">
                <a:latin typeface="Cambria"/>
                <a:cs typeface="Cambria"/>
              </a:rPr>
              <a:t>or</a:t>
            </a:r>
            <a:r>
              <a:rPr lang="en-IN" sz="2000" spc="-45" dirty="0">
                <a:latin typeface="Times New Roman"/>
                <a:cs typeface="Times New Roman"/>
              </a:rPr>
              <a:t> </a:t>
            </a:r>
            <a:r>
              <a:rPr lang="en-IN" sz="2000" spc="-10" dirty="0">
                <a:latin typeface="Cambria"/>
                <a:cs typeface="Cambria"/>
              </a:rPr>
              <a:t>r</a:t>
            </a:r>
            <a:r>
              <a:rPr lang="en-IN" sz="2000" spc="-5" dirty="0">
                <a:latin typeface="Cambria"/>
                <a:cs typeface="Cambria"/>
              </a:rPr>
              <a:t>un</a:t>
            </a:r>
            <a:r>
              <a:rPr lang="en-IN" sz="2000" dirty="0">
                <a:latin typeface="Cambria"/>
                <a:cs typeface="Cambria"/>
              </a:rPr>
              <a:t>s</a:t>
            </a:r>
            <a:r>
              <a:rPr lang="en-IN" sz="2000" spc="-35" dirty="0">
                <a:latin typeface="Times New Roman"/>
                <a:cs typeface="Times New Roman"/>
              </a:rPr>
              <a:t> </a:t>
            </a:r>
            <a:r>
              <a:rPr lang="en-IN" sz="2000" spc="-5" dirty="0">
                <a:latin typeface="Cambria"/>
                <a:cs typeface="Cambria"/>
              </a:rPr>
              <a:t>a</a:t>
            </a:r>
            <a:r>
              <a:rPr lang="en-IN" sz="2000" dirty="0">
                <a:latin typeface="Cambria"/>
                <a:cs typeface="Cambria"/>
              </a:rPr>
              <a:t>n</a:t>
            </a:r>
            <a:r>
              <a:rPr lang="en-IN" sz="2000" spc="-35" dirty="0">
                <a:latin typeface="Times New Roman"/>
                <a:cs typeface="Times New Roman"/>
              </a:rPr>
              <a:t> </a:t>
            </a:r>
            <a:r>
              <a:rPr lang="en-IN" sz="2000" spc="-5" dirty="0">
                <a:latin typeface="Cambria"/>
                <a:cs typeface="Cambria"/>
              </a:rPr>
              <a:t>a</a:t>
            </a:r>
            <a:r>
              <a:rPr lang="en-IN" sz="2000" dirty="0">
                <a:latin typeface="Cambria"/>
                <a:cs typeface="Cambria"/>
              </a:rPr>
              <a:t>n</a:t>
            </a:r>
            <a:r>
              <a:rPr lang="en-IN" sz="2000" spc="-5" dirty="0">
                <a:latin typeface="Cambria"/>
                <a:cs typeface="Cambria"/>
              </a:rPr>
              <a:t>alysis:</a:t>
            </a:r>
            <a:endParaRPr lang="en-IN" sz="2000" dirty="0">
              <a:latin typeface="Cambria"/>
              <a:cs typeface="Cambria"/>
            </a:endParaRPr>
          </a:p>
          <a:p>
            <a:pPr marL="469265" lvl="1" indent="-304165">
              <a:lnSpc>
                <a:spcPct val="100000"/>
              </a:lnSpc>
              <a:spcBef>
                <a:spcPts val="865"/>
              </a:spcBef>
              <a:buFont typeface="Cambria"/>
              <a:buAutoNum type="arabicPeriod"/>
              <a:tabLst>
                <a:tab pos="469900" algn="l"/>
              </a:tabLst>
            </a:pPr>
            <a:r>
              <a:rPr lang="en-IN" sz="2000" spc="-5" dirty="0">
                <a:latin typeface="Cambria"/>
                <a:cs typeface="Cambria"/>
              </a:rPr>
              <a:t>Relevan</a:t>
            </a:r>
            <a:r>
              <a:rPr lang="en-IN" sz="2000" dirty="0">
                <a:latin typeface="Cambria"/>
                <a:cs typeface="Cambria"/>
              </a:rPr>
              <a:t>t</a:t>
            </a:r>
            <a:r>
              <a:rPr lang="en-IN" sz="2000" spc="-35" dirty="0">
                <a:latin typeface="Times New Roman"/>
                <a:cs typeface="Times New Roman"/>
              </a:rPr>
              <a:t> </a:t>
            </a:r>
            <a:r>
              <a:rPr lang="en-IN" sz="2000" spc="-10" dirty="0">
                <a:latin typeface="Cambria"/>
                <a:cs typeface="Cambria"/>
              </a:rPr>
              <a:t>c</a:t>
            </a:r>
            <a:r>
              <a:rPr lang="en-IN" sz="2000" spc="-15" dirty="0">
                <a:latin typeface="Cambria"/>
                <a:cs typeface="Cambria"/>
              </a:rPr>
              <a:t>h</a:t>
            </a:r>
            <a:r>
              <a:rPr lang="en-IN" sz="2000" spc="-5" dirty="0">
                <a:latin typeface="Cambria"/>
                <a:cs typeface="Cambria"/>
              </a:rPr>
              <a:t>un</a:t>
            </a:r>
            <a:r>
              <a:rPr lang="en-IN" sz="2000" spc="-10" dirty="0">
                <a:latin typeface="Cambria"/>
                <a:cs typeface="Cambria"/>
              </a:rPr>
              <a:t>ks</a:t>
            </a:r>
            <a:r>
              <a:rPr lang="en-IN" sz="2000" spc="-40" dirty="0">
                <a:latin typeface="Times New Roman"/>
                <a:cs typeface="Times New Roman"/>
              </a:rPr>
              <a:t> </a:t>
            </a:r>
            <a:r>
              <a:rPr lang="en-IN" sz="2000" spc="-15" dirty="0">
                <a:latin typeface="Cambria"/>
                <a:cs typeface="Cambria"/>
              </a:rPr>
              <a:t>ar</a:t>
            </a:r>
            <a:r>
              <a:rPr lang="en-IN" sz="2000" spc="-10" dirty="0">
                <a:latin typeface="Cambria"/>
                <a:cs typeface="Cambria"/>
              </a:rPr>
              <a:t>e</a:t>
            </a:r>
            <a:r>
              <a:rPr lang="en-IN" sz="2000" spc="-35" dirty="0">
                <a:latin typeface="Times New Roman"/>
                <a:cs typeface="Times New Roman"/>
              </a:rPr>
              <a:t> </a:t>
            </a:r>
            <a:r>
              <a:rPr lang="en-IN" sz="2000" spc="-10" dirty="0">
                <a:latin typeface="Cambria"/>
                <a:cs typeface="Cambria"/>
              </a:rPr>
              <a:t>r</a:t>
            </a:r>
            <a:r>
              <a:rPr lang="en-IN" sz="2000" dirty="0">
                <a:latin typeface="Cambria"/>
                <a:cs typeface="Cambria"/>
              </a:rPr>
              <a:t>et</a:t>
            </a:r>
            <a:r>
              <a:rPr lang="en-IN" sz="2000" spc="-10" dirty="0">
                <a:latin typeface="Cambria"/>
                <a:cs typeface="Cambria"/>
              </a:rPr>
              <a:t>r</a:t>
            </a:r>
            <a:r>
              <a:rPr lang="en-IN" sz="2000" spc="-5" dirty="0">
                <a:latin typeface="Cambria"/>
                <a:cs typeface="Cambria"/>
              </a:rPr>
              <a:t>ie</a:t>
            </a:r>
            <a:r>
              <a:rPr lang="en-IN" sz="2000" spc="-15" dirty="0">
                <a:latin typeface="Cambria"/>
                <a:cs typeface="Cambria"/>
              </a:rPr>
              <a:t>v</a:t>
            </a:r>
            <a:r>
              <a:rPr lang="en-IN" sz="2000" spc="-10" dirty="0">
                <a:latin typeface="Cambria"/>
                <a:cs typeface="Cambria"/>
              </a:rPr>
              <a:t>ed</a:t>
            </a:r>
            <a:endParaRPr lang="en-IN" sz="2000" dirty="0">
              <a:latin typeface="Cambria"/>
              <a:cs typeface="Cambria"/>
            </a:endParaRPr>
          </a:p>
          <a:p>
            <a:pPr marL="469265" lvl="1" indent="-304165">
              <a:lnSpc>
                <a:spcPct val="100000"/>
              </a:lnSpc>
              <a:spcBef>
                <a:spcPts val="145"/>
              </a:spcBef>
              <a:buFont typeface="Cambria"/>
              <a:buAutoNum type="arabicPeriod"/>
              <a:tabLst>
                <a:tab pos="469900" algn="l"/>
              </a:tabLst>
            </a:pPr>
            <a:r>
              <a:rPr lang="en-IN" sz="2000" spc="-15" dirty="0">
                <a:latin typeface="Cambria"/>
                <a:cs typeface="Cambria"/>
              </a:rPr>
              <a:t>C</a:t>
            </a:r>
            <a:r>
              <a:rPr lang="en-IN" sz="2000" dirty="0">
                <a:latin typeface="Cambria"/>
                <a:cs typeface="Cambria"/>
              </a:rPr>
              <a:t>onte</a:t>
            </a:r>
            <a:r>
              <a:rPr lang="en-IN" sz="2000" spc="-5" dirty="0">
                <a:latin typeface="Cambria"/>
                <a:cs typeface="Cambria"/>
              </a:rPr>
              <a:t>x</a:t>
            </a:r>
            <a:r>
              <a:rPr lang="en-IN" sz="2000" dirty="0">
                <a:latin typeface="Cambria"/>
                <a:cs typeface="Cambria"/>
              </a:rPr>
              <a:t>t</a:t>
            </a:r>
            <a:r>
              <a:rPr lang="en-IN" sz="2000" spc="-40" dirty="0">
                <a:latin typeface="Times New Roman"/>
                <a:cs typeface="Times New Roman"/>
              </a:rPr>
              <a:t> </a:t>
            </a:r>
            <a:r>
              <a:rPr lang="en-IN" sz="2000" spc="-5" dirty="0">
                <a:latin typeface="Cambria"/>
                <a:cs typeface="Cambria"/>
              </a:rPr>
              <a:t>is</a:t>
            </a:r>
            <a:r>
              <a:rPr lang="en-IN" sz="2000" spc="-40" dirty="0">
                <a:latin typeface="Times New Roman"/>
                <a:cs typeface="Times New Roman"/>
              </a:rPr>
              <a:t> </a:t>
            </a:r>
            <a:r>
              <a:rPr lang="en-IN" sz="2000" dirty="0">
                <a:latin typeface="Cambria"/>
                <a:cs typeface="Cambria"/>
              </a:rPr>
              <a:t>p</a:t>
            </a:r>
            <a:r>
              <a:rPr lang="en-IN" sz="2000" spc="-5" dirty="0">
                <a:latin typeface="Cambria"/>
                <a:cs typeface="Cambria"/>
              </a:rPr>
              <a:t>ack</a:t>
            </a:r>
            <a:r>
              <a:rPr lang="en-IN" sz="2000" spc="-10" dirty="0">
                <a:latin typeface="Cambria"/>
                <a:cs typeface="Cambria"/>
              </a:rPr>
              <a:t>ed</a:t>
            </a:r>
            <a:r>
              <a:rPr lang="en-IN" sz="2000" spc="-30" dirty="0">
                <a:latin typeface="Times New Roman"/>
                <a:cs typeface="Times New Roman"/>
              </a:rPr>
              <a:t> </a:t>
            </a:r>
            <a:r>
              <a:rPr lang="en-IN" sz="2000" spc="-10" dirty="0">
                <a:latin typeface="Cambria"/>
                <a:cs typeface="Cambria"/>
              </a:rPr>
              <a:t>w</a:t>
            </a:r>
            <a:r>
              <a:rPr lang="en-IN" sz="2000" dirty="0">
                <a:latin typeface="Cambria"/>
                <a:cs typeface="Cambria"/>
              </a:rPr>
              <a:t>it</a:t>
            </a:r>
            <a:r>
              <a:rPr lang="en-IN" sz="2000" spc="-10" dirty="0">
                <a:latin typeface="Cambria"/>
                <a:cs typeface="Cambria"/>
              </a:rPr>
              <a:t>h</a:t>
            </a:r>
            <a:r>
              <a:rPr lang="en-IN" sz="2000" spc="-55" dirty="0">
                <a:latin typeface="Times New Roman"/>
                <a:cs typeface="Times New Roman"/>
              </a:rPr>
              <a:t> </a:t>
            </a:r>
            <a:r>
              <a:rPr lang="en-IN" sz="2000" spc="-10" dirty="0">
                <a:latin typeface="Cambria"/>
                <a:cs typeface="Cambria"/>
              </a:rPr>
              <a:t>so</a:t>
            </a:r>
            <a:r>
              <a:rPr lang="en-IN" sz="2000" spc="-15" dirty="0">
                <a:latin typeface="Cambria"/>
                <a:cs typeface="Cambria"/>
              </a:rPr>
              <a:t>u</a:t>
            </a:r>
            <a:r>
              <a:rPr lang="en-IN" sz="2000" spc="-10" dirty="0">
                <a:latin typeface="Cambria"/>
                <a:cs typeface="Cambria"/>
              </a:rPr>
              <a:t>rces</a:t>
            </a:r>
            <a:endParaRPr lang="en-IN" sz="2000" dirty="0">
              <a:latin typeface="Cambria"/>
              <a:cs typeface="Cambria"/>
            </a:endParaRPr>
          </a:p>
          <a:p>
            <a:pPr marL="469265" lvl="1" indent="-304165">
              <a:lnSpc>
                <a:spcPct val="100000"/>
              </a:lnSpc>
              <a:spcBef>
                <a:spcPts val="155"/>
              </a:spcBef>
              <a:buFont typeface="Cambria"/>
              <a:buAutoNum type="arabicPeriod"/>
              <a:tabLst>
                <a:tab pos="469900" algn="l"/>
              </a:tabLst>
            </a:pPr>
            <a:r>
              <a:rPr lang="en-IN" sz="2000" spc="-10" dirty="0">
                <a:latin typeface="Cambria"/>
                <a:cs typeface="Cambria"/>
              </a:rPr>
              <a:t>T</a:t>
            </a:r>
            <a:r>
              <a:rPr lang="en-IN" sz="2000" spc="-20" dirty="0">
                <a:latin typeface="Cambria"/>
                <a:cs typeface="Cambria"/>
              </a:rPr>
              <a:t>h</a:t>
            </a:r>
            <a:r>
              <a:rPr lang="en-IN" sz="2000" spc="-10" dirty="0">
                <a:latin typeface="Cambria"/>
                <a:cs typeface="Cambria"/>
              </a:rPr>
              <a:t>e</a:t>
            </a:r>
            <a:r>
              <a:rPr lang="en-IN" sz="2000" spc="-40" dirty="0">
                <a:latin typeface="Times New Roman"/>
                <a:cs typeface="Times New Roman"/>
              </a:rPr>
              <a:t> </a:t>
            </a:r>
            <a:r>
              <a:rPr lang="en-IN" sz="2000" spc="-5" dirty="0">
                <a:latin typeface="Cambria"/>
                <a:cs typeface="Cambria"/>
              </a:rPr>
              <a:t>L</a:t>
            </a:r>
            <a:r>
              <a:rPr lang="en-IN" sz="2000" spc="-10" dirty="0">
                <a:latin typeface="Cambria"/>
                <a:cs typeface="Cambria"/>
              </a:rPr>
              <a:t>L</a:t>
            </a:r>
            <a:r>
              <a:rPr lang="en-IN" sz="2000" dirty="0">
                <a:latin typeface="Cambria"/>
                <a:cs typeface="Cambria"/>
              </a:rPr>
              <a:t>M</a:t>
            </a:r>
            <a:r>
              <a:rPr lang="en-IN" sz="2000" spc="-35" dirty="0">
                <a:latin typeface="Times New Roman"/>
                <a:cs typeface="Times New Roman"/>
              </a:rPr>
              <a:t> </a:t>
            </a:r>
            <a:r>
              <a:rPr lang="en-IN" sz="2000" spc="-10" dirty="0">
                <a:latin typeface="Cambria"/>
                <a:cs typeface="Cambria"/>
              </a:rPr>
              <a:t>r</a:t>
            </a:r>
            <a:r>
              <a:rPr lang="en-IN" sz="2000" dirty="0">
                <a:latin typeface="Cambria"/>
                <a:cs typeface="Cambria"/>
              </a:rPr>
              <a:t>et</a:t>
            </a:r>
            <a:r>
              <a:rPr lang="en-IN" sz="2000" spc="-15" dirty="0">
                <a:latin typeface="Cambria"/>
                <a:cs typeface="Cambria"/>
              </a:rPr>
              <a:t>urn</a:t>
            </a:r>
            <a:r>
              <a:rPr lang="en-IN" sz="2000" spc="-10" dirty="0">
                <a:latin typeface="Cambria"/>
                <a:cs typeface="Cambria"/>
              </a:rPr>
              <a:t>s</a:t>
            </a:r>
            <a:r>
              <a:rPr lang="en-IN" sz="2000" spc="-30" dirty="0">
                <a:latin typeface="Times New Roman"/>
                <a:cs typeface="Times New Roman"/>
              </a:rPr>
              <a:t> </a:t>
            </a:r>
            <a:r>
              <a:rPr lang="en-IN" sz="2000" b="1" dirty="0">
                <a:latin typeface="Cambria"/>
                <a:cs typeface="Cambria"/>
              </a:rPr>
              <a:t>s</a:t>
            </a:r>
            <a:r>
              <a:rPr lang="en-IN" sz="2000" b="1" spc="5" dirty="0">
                <a:latin typeface="Cambria"/>
                <a:cs typeface="Cambria"/>
              </a:rPr>
              <a:t>t</a:t>
            </a:r>
            <a:r>
              <a:rPr lang="en-IN" sz="2000" b="1" spc="-5" dirty="0">
                <a:latin typeface="Cambria"/>
                <a:cs typeface="Cambria"/>
              </a:rPr>
              <a:t>r</a:t>
            </a:r>
            <a:r>
              <a:rPr lang="en-IN" sz="2000" b="1" spc="-10" dirty="0">
                <a:latin typeface="Cambria"/>
                <a:cs typeface="Cambria"/>
              </a:rPr>
              <a:t>i</a:t>
            </a:r>
            <a:r>
              <a:rPr lang="en-IN" sz="2000" b="1" spc="-5" dirty="0">
                <a:latin typeface="Cambria"/>
                <a:cs typeface="Cambria"/>
              </a:rPr>
              <a:t>ct</a:t>
            </a:r>
            <a:r>
              <a:rPr lang="en-IN" sz="2000" b="1" spc="-45" dirty="0">
                <a:latin typeface="Times New Roman"/>
                <a:cs typeface="Times New Roman"/>
              </a:rPr>
              <a:t> </a:t>
            </a:r>
            <a:r>
              <a:rPr lang="en-IN" sz="2000" b="1" dirty="0">
                <a:latin typeface="Cambria"/>
                <a:cs typeface="Cambria"/>
              </a:rPr>
              <a:t>J</a:t>
            </a:r>
            <a:r>
              <a:rPr lang="en-IN" sz="2000" b="1" spc="-5" dirty="0">
                <a:latin typeface="Cambria"/>
                <a:cs typeface="Cambria"/>
              </a:rPr>
              <a:t>S</a:t>
            </a:r>
            <a:r>
              <a:rPr lang="en-IN" sz="2000" b="1" dirty="0">
                <a:latin typeface="Cambria"/>
                <a:cs typeface="Cambria"/>
              </a:rPr>
              <a:t>ON</a:t>
            </a:r>
            <a:r>
              <a:rPr lang="en-IN" sz="2000" b="1" spc="-35" dirty="0">
                <a:latin typeface="Times New Roman"/>
                <a:cs typeface="Times New Roman"/>
              </a:rPr>
              <a:t> </a:t>
            </a:r>
            <a:r>
              <a:rPr lang="en-IN" sz="2000" spc="-5" dirty="0">
                <a:latin typeface="Cambria"/>
                <a:cs typeface="Cambria"/>
              </a:rPr>
              <a:t>in</a:t>
            </a:r>
            <a:r>
              <a:rPr lang="en-IN" sz="2000" dirty="0">
                <a:latin typeface="Cambria"/>
                <a:cs typeface="Cambria"/>
              </a:rPr>
              <a:t>cl</a:t>
            </a:r>
            <a:r>
              <a:rPr lang="en-IN" sz="2000" spc="-10" dirty="0">
                <a:latin typeface="Cambria"/>
                <a:cs typeface="Cambria"/>
              </a:rPr>
              <a:t>u</a:t>
            </a:r>
            <a:r>
              <a:rPr lang="en-IN" sz="2000" spc="-5" dirty="0">
                <a:latin typeface="Cambria"/>
                <a:cs typeface="Cambria"/>
              </a:rPr>
              <a:t>ding:</a:t>
            </a:r>
            <a:endParaRPr lang="en-IN" sz="2000" dirty="0">
              <a:latin typeface="Cambria"/>
              <a:cs typeface="Cambria"/>
            </a:endParaRPr>
          </a:p>
          <a:p>
            <a:pPr marL="469265" indent="-304165">
              <a:lnSpc>
                <a:spcPct val="100000"/>
              </a:lnSpc>
              <a:spcBef>
                <a:spcPts val="145"/>
              </a:spcBef>
              <a:buFont typeface="Cambria"/>
              <a:buChar char="•"/>
              <a:tabLst>
                <a:tab pos="469900" algn="l"/>
              </a:tabLst>
            </a:pPr>
            <a:r>
              <a:rPr lang="en-IN" sz="2000" spc="-5" dirty="0">
                <a:latin typeface="Cambria"/>
                <a:cs typeface="Cambria"/>
              </a:rPr>
              <a:t>a</a:t>
            </a:r>
            <a:r>
              <a:rPr lang="en-IN" sz="2000" dirty="0">
                <a:latin typeface="Cambria"/>
                <a:cs typeface="Cambria"/>
              </a:rPr>
              <a:t>ns</a:t>
            </a:r>
            <a:r>
              <a:rPr lang="en-IN" sz="2000" spc="-10" dirty="0">
                <a:latin typeface="Cambria"/>
                <a:cs typeface="Cambria"/>
              </a:rPr>
              <a:t>wer</a:t>
            </a:r>
            <a:r>
              <a:rPr lang="en-IN" sz="2000" spc="-40" dirty="0">
                <a:latin typeface="Times New Roman"/>
                <a:cs typeface="Times New Roman"/>
              </a:rPr>
              <a:t> </a:t>
            </a:r>
            <a:r>
              <a:rPr lang="en-IN" sz="2000" spc="-10" dirty="0">
                <a:latin typeface="Cambria"/>
                <a:cs typeface="Cambria"/>
              </a:rPr>
              <a:t>s</a:t>
            </a:r>
            <a:r>
              <a:rPr lang="en-IN" sz="2000" spc="-15" dirty="0">
                <a:latin typeface="Cambria"/>
                <a:cs typeface="Cambria"/>
              </a:rPr>
              <a:t>u</a:t>
            </a:r>
            <a:r>
              <a:rPr lang="en-IN" sz="2000" dirty="0">
                <a:latin typeface="Cambria"/>
                <a:cs typeface="Cambria"/>
              </a:rPr>
              <a:t>m</a:t>
            </a:r>
            <a:r>
              <a:rPr lang="en-IN" sz="2000" spc="-5" dirty="0">
                <a:latin typeface="Cambria"/>
                <a:cs typeface="Cambria"/>
              </a:rPr>
              <a:t>m</a:t>
            </a:r>
            <a:r>
              <a:rPr lang="en-IN" sz="2000" spc="-15" dirty="0">
                <a:latin typeface="Cambria"/>
                <a:cs typeface="Cambria"/>
              </a:rPr>
              <a:t>ary</a:t>
            </a:r>
            <a:endParaRPr lang="en-IN" sz="2000" dirty="0">
              <a:latin typeface="Cambria"/>
              <a:cs typeface="Cambria"/>
            </a:endParaRPr>
          </a:p>
          <a:p>
            <a:pPr marL="469265" indent="-304165">
              <a:lnSpc>
                <a:spcPct val="100000"/>
              </a:lnSpc>
              <a:spcBef>
                <a:spcPts val="140"/>
              </a:spcBef>
              <a:buFont typeface="Cambria"/>
              <a:buChar char="•"/>
              <a:tabLst>
                <a:tab pos="469900" algn="l"/>
              </a:tabLst>
            </a:pPr>
            <a:r>
              <a:rPr lang="en-IN" sz="2000" spc="-10" dirty="0">
                <a:latin typeface="Cambria"/>
                <a:cs typeface="Cambria"/>
              </a:rPr>
              <a:t>co</a:t>
            </a:r>
            <a:r>
              <a:rPr lang="en-IN" sz="2000" spc="-15" dirty="0">
                <a:latin typeface="Cambria"/>
                <a:cs typeface="Cambria"/>
              </a:rPr>
              <a:t>m</a:t>
            </a:r>
            <a:r>
              <a:rPr lang="en-IN" sz="2000" dirty="0">
                <a:latin typeface="Cambria"/>
                <a:cs typeface="Cambria"/>
              </a:rPr>
              <a:t>p</a:t>
            </a:r>
            <a:r>
              <a:rPr lang="en-IN" sz="2000" spc="-15" dirty="0">
                <a:latin typeface="Cambria"/>
                <a:cs typeface="Cambria"/>
              </a:rPr>
              <a:t>ariso</a:t>
            </a:r>
            <a:r>
              <a:rPr lang="en-IN" sz="2000" spc="-10" dirty="0">
                <a:latin typeface="Cambria"/>
                <a:cs typeface="Cambria"/>
              </a:rPr>
              <a:t>n</a:t>
            </a:r>
            <a:r>
              <a:rPr lang="en-IN" sz="2000" spc="-35" dirty="0">
                <a:latin typeface="Times New Roman"/>
                <a:cs typeface="Times New Roman"/>
              </a:rPr>
              <a:t> </a:t>
            </a:r>
            <a:r>
              <a:rPr lang="en-IN" sz="2000" spc="-5" dirty="0">
                <a:latin typeface="Cambria"/>
                <a:cs typeface="Cambria"/>
              </a:rPr>
              <a:t>t</a:t>
            </a:r>
            <a:r>
              <a:rPr lang="en-IN" sz="2000" dirty="0">
                <a:latin typeface="Cambria"/>
                <a:cs typeface="Cambria"/>
              </a:rPr>
              <a:t>ab</a:t>
            </a:r>
            <a:r>
              <a:rPr lang="en-IN" sz="2000" spc="-10" dirty="0">
                <a:latin typeface="Cambria"/>
                <a:cs typeface="Cambria"/>
              </a:rPr>
              <a:t>les</a:t>
            </a:r>
            <a:endParaRPr lang="en-IN" sz="2000" dirty="0">
              <a:latin typeface="Cambria"/>
              <a:cs typeface="Cambria"/>
            </a:endParaRPr>
          </a:p>
          <a:p>
            <a:pPr marL="469265" indent="-304165">
              <a:lnSpc>
                <a:spcPct val="100000"/>
              </a:lnSpc>
              <a:spcBef>
                <a:spcPts val="145"/>
              </a:spcBef>
              <a:buFont typeface="Cambria"/>
              <a:buChar char="•"/>
              <a:tabLst>
                <a:tab pos="469900" algn="l"/>
              </a:tabLst>
            </a:pPr>
            <a:r>
              <a:rPr lang="en-IN" sz="2000" dirty="0">
                <a:latin typeface="Cambria"/>
                <a:cs typeface="Cambria"/>
              </a:rPr>
              <a:t>opt</a:t>
            </a:r>
            <a:r>
              <a:rPr lang="en-IN" sz="2000" spc="-10" dirty="0">
                <a:latin typeface="Cambria"/>
                <a:cs typeface="Cambria"/>
              </a:rPr>
              <a:t>ion</a:t>
            </a:r>
            <a:r>
              <a:rPr lang="en-IN" sz="2000" spc="-40" dirty="0">
                <a:latin typeface="Times New Roman"/>
                <a:cs typeface="Times New Roman"/>
              </a:rPr>
              <a:t> </a:t>
            </a:r>
            <a:r>
              <a:rPr lang="en-IN" sz="2000" dirty="0">
                <a:latin typeface="Cambria"/>
                <a:cs typeface="Cambria"/>
              </a:rPr>
              <a:t>ca</a:t>
            </a:r>
            <a:r>
              <a:rPr lang="en-IN" sz="2000" spc="-10" dirty="0">
                <a:latin typeface="Cambria"/>
                <a:cs typeface="Cambria"/>
              </a:rPr>
              <a:t>r</a:t>
            </a:r>
            <a:r>
              <a:rPr lang="en-IN" sz="2000" spc="-5" dirty="0">
                <a:latin typeface="Cambria"/>
                <a:cs typeface="Cambria"/>
              </a:rPr>
              <a:t>d</a:t>
            </a:r>
            <a:r>
              <a:rPr lang="en-IN" sz="2000" spc="-10" dirty="0">
                <a:latin typeface="Cambria"/>
                <a:cs typeface="Cambria"/>
              </a:rPr>
              <a:t>s</a:t>
            </a:r>
            <a:endParaRPr lang="en-IN" sz="2000" dirty="0">
              <a:latin typeface="Cambria"/>
              <a:cs typeface="Cambria"/>
            </a:endParaRPr>
          </a:p>
          <a:p>
            <a:pPr marL="469265" indent="-304165">
              <a:lnSpc>
                <a:spcPct val="100000"/>
              </a:lnSpc>
              <a:spcBef>
                <a:spcPts val="155"/>
              </a:spcBef>
              <a:buFont typeface="Cambria"/>
              <a:buChar char="•"/>
              <a:tabLst>
                <a:tab pos="469900" algn="l"/>
              </a:tabLst>
            </a:pPr>
            <a:r>
              <a:rPr lang="en-IN" sz="2000" spc="-5" dirty="0">
                <a:latin typeface="Cambria"/>
                <a:cs typeface="Cambria"/>
              </a:rPr>
              <a:t>f</a:t>
            </a:r>
            <a:r>
              <a:rPr lang="en-IN" sz="2000" spc="-15" dirty="0">
                <a:latin typeface="Cambria"/>
                <a:cs typeface="Cambria"/>
              </a:rPr>
              <a:t>o</a:t>
            </a:r>
            <a:r>
              <a:rPr lang="en-IN" sz="2000" spc="-5" dirty="0">
                <a:latin typeface="Cambria"/>
                <a:cs typeface="Cambria"/>
              </a:rPr>
              <a:t>llo</a:t>
            </a:r>
            <a:r>
              <a:rPr lang="en-IN" sz="2000" spc="-10" dirty="0">
                <a:latin typeface="Cambria"/>
                <a:cs typeface="Cambria"/>
              </a:rPr>
              <a:t>w</a:t>
            </a:r>
            <a:r>
              <a:rPr lang="en-IN" sz="2000" spc="5" dirty="0">
                <a:latin typeface="Cambria"/>
                <a:cs typeface="Cambria"/>
              </a:rPr>
              <a:t>-</a:t>
            </a:r>
            <a:r>
              <a:rPr lang="en-IN" sz="2000" spc="-5" dirty="0">
                <a:latin typeface="Cambria"/>
                <a:cs typeface="Cambria"/>
              </a:rPr>
              <a:t>u</a:t>
            </a:r>
            <a:r>
              <a:rPr lang="en-IN" sz="2000" dirty="0">
                <a:latin typeface="Cambria"/>
                <a:cs typeface="Cambria"/>
              </a:rPr>
              <a:t>p</a:t>
            </a:r>
            <a:r>
              <a:rPr lang="en-IN" sz="2000" spc="-40" dirty="0">
                <a:latin typeface="Times New Roman"/>
                <a:cs typeface="Times New Roman"/>
              </a:rPr>
              <a:t> </a:t>
            </a:r>
            <a:r>
              <a:rPr lang="en-IN" sz="2000" dirty="0">
                <a:latin typeface="Cambria"/>
                <a:cs typeface="Cambria"/>
              </a:rPr>
              <a:t>a</a:t>
            </a:r>
            <a:r>
              <a:rPr lang="en-IN" sz="2000" spc="-10" dirty="0">
                <a:latin typeface="Cambria"/>
                <a:cs typeface="Cambria"/>
              </a:rPr>
              <a:t>ctions</a:t>
            </a:r>
            <a:endParaRPr lang="en-IN" sz="2000" dirty="0">
              <a:latin typeface="Cambria"/>
              <a:cs typeface="Cambria"/>
            </a:endParaRPr>
          </a:p>
          <a:p>
            <a:pPr marL="469265" indent="-304165">
              <a:lnSpc>
                <a:spcPct val="100000"/>
              </a:lnSpc>
              <a:spcBef>
                <a:spcPts val="140"/>
              </a:spcBef>
              <a:buFont typeface="Cambria"/>
              <a:buChar char="•"/>
              <a:tabLst>
                <a:tab pos="469900" algn="l"/>
              </a:tabLst>
            </a:pPr>
            <a:r>
              <a:rPr lang="en-IN" sz="2000" dirty="0">
                <a:latin typeface="Cambria"/>
                <a:cs typeface="Cambria"/>
              </a:rPr>
              <a:t>cit</a:t>
            </a:r>
            <a:r>
              <a:rPr lang="en-IN" sz="2000" spc="-5" dirty="0">
                <a:latin typeface="Cambria"/>
                <a:cs typeface="Cambria"/>
              </a:rPr>
              <a:t>a</a:t>
            </a:r>
            <a:r>
              <a:rPr lang="en-IN" sz="2000" dirty="0">
                <a:latin typeface="Cambria"/>
                <a:cs typeface="Cambria"/>
              </a:rPr>
              <a:t>t</a:t>
            </a:r>
            <a:r>
              <a:rPr lang="en-IN" sz="2000" spc="-10" dirty="0">
                <a:latin typeface="Cambria"/>
                <a:cs typeface="Cambria"/>
              </a:rPr>
              <a:t>ions</a:t>
            </a:r>
            <a:r>
              <a:rPr lang="en-IN" sz="2000" spc="-40" dirty="0">
                <a:latin typeface="Times New Roman"/>
                <a:cs typeface="Times New Roman"/>
              </a:rPr>
              <a:t> </a:t>
            </a:r>
            <a:r>
              <a:rPr lang="en-IN" sz="2000" spc="-10" dirty="0">
                <a:latin typeface="Cambria"/>
                <a:cs typeface="Cambria"/>
              </a:rPr>
              <a:t>&amp;</a:t>
            </a:r>
            <a:r>
              <a:rPr lang="en-IN" sz="2000" spc="-45" dirty="0">
                <a:latin typeface="Times New Roman"/>
                <a:cs typeface="Times New Roman"/>
              </a:rPr>
              <a:t> </a:t>
            </a:r>
            <a:r>
              <a:rPr lang="en-IN" sz="2000" spc="-5" dirty="0">
                <a:latin typeface="Cambria"/>
                <a:cs typeface="Cambria"/>
              </a:rPr>
              <a:t>d</a:t>
            </a:r>
            <a:r>
              <a:rPr lang="en-IN" sz="2000" spc="-10" dirty="0">
                <a:latin typeface="Cambria"/>
                <a:cs typeface="Cambria"/>
              </a:rPr>
              <a:t>oc</a:t>
            </a:r>
            <a:r>
              <a:rPr lang="en-IN" sz="2000" spc="-20" dirty="0">
                <a:latin typeface="Cambria"/>
                <a:cs typeface="Cambria"/>
              </a:rPr>
              <a:t>u</a:t>
            </a:r>
            <a:r>
              <a:rPr lang="en-IN" sz="2000" dirty="0">
                <a:latin typeface="Cambria"/>
                <a:cs typeface="Cambria"/>
              </a:rPr>
              <a:t>ment</a:t>
            </a:r>
            <a:r>
              <a:rPr lang="en-IN" sz="2000" spc="-35" dirty="0">
                <a:latin typeface="Times New Roman"/>
                <a:cs typeface="Times New Roman"/>
              </a:rPr>
              <a:t> </a:t>
            </a:r>
            <a:r>
              <a:rPr lang="en-IN" sz="2000" spc="-10" dirty="0">
                <a:latin typeface="Cambria"/>
                <a:cs typeface="Cambria"/>
              </a:rPr>
              <a:t>references</a:t>
            </a:r>
            <a:endParaRPr lang="en-IN" sz="2000" dirty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865"/>
              </a:spcBef>
            </a:pPr>
            <a:r>
              <a:rPr lang="en-IN" sz="2000" spc="-10" dirty="0">
                <a:latin typeface="Cambria"/>
                <a:cs typeface="Cambria"/>
              </a:rPr>
              <a:t>T</a:t>
            </a:r>
            <a:r>
              <a:rPr lang="en-IN" sz="2000" spc="-20" dirty="0">
                <a:latin typeface="Cambria"/>
                <a:cs typeface="Cambria"/>
              </a:rPr>
              <a:t>h</a:t>
            </a:r>
            <a:r>
              <a:rPr lang="en-IN" sz="2000" spc="-5" dirty="0">
                <a:latin typeface="Cambria"/>
                <a:cs typeface="Cambria"/>
              </a:rPr>
              <a:t>is</a:t>
            </a:r>
            <a:r>
              <a:rPr lang="en-IN" sz="2000" spc="-40" dirty="0">
                <a:latin typeface="Times New Roman"/>
                <a:cs typeface="Times New Roman"/>
              </a:rPr>
              <a:t> </a:t>
            </a:r>
            <a:r>
              <a:rPr lang="en-IN" sz="2000" dirty="0">
                <a:latin typeface="Cambria"/>
                <a:cs typeface="Cambria"/>
              </a:rPr>
              <a:t>supp</a:t>
            </a:r>
            <a:r>
              <a:rPr lang="en-IN" sz="2000" spc="-10" dirty="0">
                <a:latin typeface="Cambria"/>
                <a:cs typeface="Cambria"/>
              </a:rPr>
              <a:t>o</a:t>
            </a:r>
            <a:r>
              <a:rPr lang="en-IN" sz="2000" spc="-15" dirty="0">
                <a:latin typeface="Cambria"/>
                <a:cs typeface="Cambria"/>
              </a:rPr>
              <a:t>r</a:t>
            </a:r>
            <a:r>
              <a:rPr lang="en-IN" sz="2000" spc="-10" dirty="0">
                <a:latin typeface="Cambria"/>
                <a:cs typeface="Cambria"/>
              </a:rPr>
              <a:t>ts:</a:t>
            </a:r>
            <a:endParaRPr lang="en-IN" sz="2000" dirty="0">
              <a:latin typeface="Cambria"/>
              <a:cs typeface="Cambria"/>
            </a:endParaRPr>
          </a:p>
          <a:p>
            <a:pPr marL="469265" indent="-304165">
              <a:lnSpc>
                <a:spcPct val="100000"/>
              </a:lnSpc>
              <a:spcBef>
                <a:spcPts val="865"/>
              </a:spcBef>
              <a:buFont typeface="Cambria"/>
              <a:buChar char="•"/>
              <a:tabLst>
                <a:tab pos="469900" algn="l"/>
              </a:tabLst>
            </a:pPr>
            <a:r>
              <a:rPr lang="en-IN" sz="2000" dirty="0">
                <a:latin typeface="Cambria"/>
                <a:cs typeface="Cambria"/>
              </a:rPr>
              <a:t>exp</a:t>
            </a:r>
            <a:r>
              <a:rPr lang="en-IN" sz="2000" spc="-5" dirty="0">
                <a:latin typeface="Cambria"/>
                <a:cs typeface="Cambria"/>
              </a:rPr>
              <a:t>la</a:t>
            </a:r>
            <a:r>
              <a:rPr lang="en-IN" sz="2000" dirty="0">
                <a:latin typeface="Cambria"/>
                <a:cs typeface="Cambria"/>
              </a:rPr>
              <a:t>i</a:t>
            </a:r>
            <a:r>
              <a:rPr lang="en-IN" sz="2000" spc="-5" dirty="0">
                <a:latin typeface="Cambria"/>
                <a:cs typeface="Cambria"/>
              </a:rPr>
              <a:t>n</a:t>
            </a:r>
            <a:r>
              <a:rPr lang="en-IN" sz="2000" dirty="0">
                <a:latin typeface="Cambria"/>
                <a:cs typeface="Cambria"/>
              </a:rPr>
              <a:t>ab</a:t>
            </a:r>
            <a:r>
              <a:rPr lang="en-IN" sz="2000" spc="-5" dirty="0">
                <a:latin typeface="Cambria"/>
                <a:cs typeface="Cambria"/>
              </a:rPr>
              <a:t>l</a:t>
            </a:r>
            <a:r>
              <a:rPr lang="en-IN" sz="2000" dirty="0">
                <a:latin typeface="Cambria"/>
                <a:cs typeface="Cambria"/>
              </a:rPr>
              <a:t>e</a:t>
            </a:r>
            <a:r>
              <a:rPr lang="en-IN" sz="2000" spc="-50" dirty="0">
                <a:latin typeface="Times New Roman"/>
                <a:cs typeface="Times New Roman"/>
              </a:rPr>
              <a:t> </a:t>
            </a:r>
            <a:r>
              <a:rPr lang="en-IN" sz="2000" spc="-5" dirty="0">
                <a:latin typeface="Cambria"/>
                <a:cs typeface="Cambria"/>
              </a:rPr>
              <a:t>decis</a:t>
            </a:r>
            <a:r>
              <a:rPr lang="en-IN" sz="2000" dirty="0">
                <a:latin typeface="Cambria"/>
                <a:cs typeface="Cambria"/>
              </a:rPr>
              <a:t>i</a:t>
            </a:r>
            <a:r>
              <a:rPr lang="en-IN" sz="2000" spc="-10" dirty="0">
                <a:latin typeface="Cambria"/>
                <a:cs typeface="Cambria"/>
              </a:rPr>
              <a:t>ons</a:t>
            </a:r>
            <a:endParaRPr lang="en-IN" sz="2000" dirty="0">
              <a:latin typeface="Cambria"/>
              <a:cs typeface="Cambria"/>
            </a:endParaRPr>
          </a:p>
          <a:p>
            <a:pPr marL="469265" indent="-304165">
              <a:lnSpc>
                <a:spcPct val="100000"/>
              </a:lnSpc>
              <a:spcBef>
                <a:spcPts val="160"/>
              </a:spcBef>
              <a:buFont typeface="Cambria"/>
              <a:buChar char="•"/>
              <a:tabLst>
                <a:tab pos="469900" algn="l"/>
              </a:tabLst>
            </a:pPr>
            <a:r>
              <a:rPr lang="en-IN" sz="2000" spc="-10" dirty="0">
                <a:latin typeface="Cambria"/>
                <a:cs typeface="Cambria"/>
              </a:rPr>
              <a:t>re</a:t>
            </a:r>
            <a:r>
              <a:rPr lang="en-IN" sz="2000" spc="-5" dirty="0">
                <a:latin typeface="Cambria"/>
                <a:cs typeface="Cambria"/>
              </a:rPr>
              <a:t>p</a:t>
            </a:r>
            <a:r>
              <a:rPr lang="en-IN" sz="2000" dirty="0">
                <a:latin typeface="Cambria"/>
                <a:cs typeface="Cambria"/>
              </a:rPr>
              <a:t>ea</a:t>
            </a:r>
            <a:r>
              <a:rPr lang="en-IN" sz="2000" spc="-5" dirty="0">
                <a:latin typeface="Cambria"/>
                <a:cs typeface="Cambria"/>
              </a:rPr>
              <a:t>t</a:t>
            </a:r>
            <a:r>
              <a:rPr lang="en-IN" sz="2000" dirty="0">
                <a:latin typeface="Cambria"/>
                <a:cs typeface="Cambria"/>
              </a:rPr>
              <a:t>ab</a:t>
            </a:r>
            <a:r>
              <a:rPr lang="en-IN" sz="2000" spc="-5" dirty="0">
                <a:latin typeface="Cambria"/>
                <a:cs typeface="Cambria"/>
              </a:rPr>
              <a:t>l</a:t>
            </a:r>
            <a:r>
              <a:rPr lang="en-IN" sz="2000" dirty="0">
                <a:latin typeface="Cambria"/>
                <a:cs typeface="Cambria"/>
              </a:rPr>
              <a:t>e</a:t>
            </a:r>
            <a:r>
              <a:rPr lang="en-IN" sz="2000" spc="-40" dirty="0">
                <a:latin typeface="Times New Roman"/>
                <a:cs typeface="Times New Roman"/>
              </a:rPr>
              <a:t> </a:t>
            </a:r>
            <a:r>
              <a:rPr lang="en-IN" sz="2000" spc="-5" dirty="0">
                <a:latin typeface="Cambria"/>
                <a:cs typeface="Cambria"/>
              </a:rPr>
              <a:t>w</a:t>
            </a:r>
            <a:r>
              <a:rPr lang="en-IN" sz="2000" spc="-10" dirty="0">
                <a:latin typeface="Cambria"/>
                <a:cs typeface="Cambria"/>
              </a:rPr>
              <a:t>o</a:t>
            </a:r>
            <a:r>
              <a:rPr lang="en-IN" sz="2000" spc="-15" dirty="0">
                <a:latin typeface="Cambria"/>
                <a:cs typeface="Cambria"/>
              </a:rPr>
              <a:t>r</a:t>
            </a:r>
            <a:r>
              <a:rPr lang="en-IN" sz="2000" spc="-10" dirty="0">
                <a:latin typeface="Cambria"/>
                <a:cs typeface="Cambria"/>
              </a:rPr>
              <a:t>k</a:t>
            </a:r>
            <a:r>
              <a:rPr lang="en-IN" sz="2000" dirty="0">
                <a:latin typeface="Cambria"/>
                <a:cs typeface="Cambria"/>
              </a:rPr>
              <a:t>f</a:t>
            </a:r>
            <a:r>
              <a:rPr lang="en-IN" sz="2000" spc="-10" dirty="0">
                <a:latin typeface="Cambria"/>
                <a:cs typeface="Cambria"/>
              </a:rPr>
              <a:t>l</a:t>
            </a:r>
            <a:r>
              <a:rPr lang="en-IN" sz="2000" dirty="0">
                <a:latin typeface="Cambria"/>
                <a:cs typeface="Cambria"/>
              </a:rPr>
              <a:t>o</a:t>
            </a:r>
            <a:r>
              <a:rPr lang="en-IN" sz="2000" spc="-10" dirty="0">
                <a:latin typeface="Cambria"/>
                <a:cs typeface="Cambria"/>
              </a:rPr>
              <a:t>ws</a:t>
            </a:r>
            <a:endParaRPr lang="en-IN" sz="2000" dirty="0">
              <a:latin typeface="Cambria"/>
              <a:cs typeface="Cambria"/>
            </a:endParaRPr>
          </a:p>
          <a:p>
            <a:pPr marL="469265" indent="-304165">
              <a:lnSpc>
                <a:spcPct val="100000"/>
              </a:lnSpc>
              <a:spcBef>
                <a:spcPts val="145"/>
              </a:spcBef>
              <a:buFont typeface="Cambria"/>
              <a:buChar char="•"/>
              <a:tabLst>
                <a:tab pos="469900" algn="l"/>
              </a:tabLst>
            </a:pPr>
            <a:r>
              <a:rPr lang="en-IN" sz="2000" spc="-5" dirty="0">
                <a:latin typeface="Cambria"/>
                <a:cs typeface="Cambria"/>
              </a:rPr>
              <a:t>au</a:t>
            </a:r>
            <a:r>
              <a:rPr lang="en-IN" sz="2000" spc="5" dirty="0">
                <a:latin typeface="Cambria"/>
                <a:cs typeface="Cambria"/>
              </a:rPr>
              <a:t>d</a:t>
            </a:r>
            <a:r>
              <a:rPr lang="en-IN" sz="2000" dirty="0">
                <a:latin typeface="Cambria"/>
                <a:cs typeface="Cambria"/>
              </a:rPr>
              <a:t>it</a:t>
            </a:r>
            <a:r>
              <a:rPr lang="en-IN" sz="2000" spc="-5" dirty="0">
                <a:latin typeface="Cambria"/>
                <a:cs typeface="Cambria"/>
              </a:rPr>
              <a:t>a</a:t>
            </a:r>
            <a:r>
              <a:rPr lang="en-IN" sz="2000" dirty="0">
                <a:latin typeface="Cambria"/>
                <a:cs typeface="Cambria"/>
              </a:rPr>
              <a:t>b</a:t>
            </a:r>
            <a:r>
              <a:rPr lang="en-IN" sz="2000" spc="-5" dirty="0">
                <a:latin typeface="Cambria"/>
                <a:cs typeface="Cambria"/>
              </a:rPr>
              <a:t>l</a:t>
            </a:r>
            <a:r>
              <a:rPr lang="en-IN" sz="2000" dirty="0">
                <a:latin typeface="Cambria"/>
                <a:cs typeface="Cambria"/>
              </a:rPr>
              <a:t>e</a:t>
            </a:r>
            <a:r>
              <a:rPr lang="en-IN" sz="2000" spc="-40" dirty="0">
                <a:latin typeface="Times New Roman"/>
                <a:cs typeface="Times New Roman"/>
              </a:rPr>
              <a:t> </a:t>
            </a:r>
            <a:r>
              <a:rPr lang="en-IN" sz="2000" spc="-10" dirty="0">
                <a:latin typeface="Cambria"/>
                <a:cs typeface="Cambria"/>
              </a:rPr>
              <a:t>r</a:t>
            </a:r>
            <a:r>
              <a:rPr lang="en-IN" sz="2000" spc="-5" dirty="0">
                <a:latin typeface="Cambria"/>
                <a:cs typeface="Cambria"/>
              </a:rPr>
              <a:t>a</a:t>
            </a:r>
            <a:r>
              <a:rPr lang="en-IN" sz="2000" dirty="0">
                <a:latin typeface="Cambria"/>
                <a:cs typeface="Cambria"/>
              </a:rPr>
              <a:t>t</a:t>
            </a:r>
            <a:r>
              <a:rPr lang="en-IN" sz="2000" spc="-5" dirty="0">
                <a:latin typeface="Cambria"/>
                <a:cs typeface="Cambria"/>
              </a:rPr>
              <a:t>i</a:t>
            </a:r>
            <a:r>
              <a:rPr lang="en-IN" sz="2000" spc="-25" dirty="0">
                <a:latin typeface="Cambria"/>
                <a:cs typeface="Cambria"/>
              </a:rPr>
              <a:t>o</a:t>
            </a:r>
            <a:r>
              <a:rPr lang="en-IN" sz="2000" spc="-5" dirty="0">
                <a:latin typeface="Cambria"/>
                <a:cs typeface="Cambria"/>
              </a:rPr>
              <a:t>n</a:t>
            </a:r>
            <a:r>
              <a:rPr lang="en-IN" sz="2000" dirty="0">
                <a:latin typeface="Cambria"/>
                <a:cs typeface="Cambria"/>
              </a:rPr>
              <a:t>a</a:t>
            </a:r>
            <a:r>
              <a:rPr lang="en-IN" sz="2000" spc="-5" dirty="0">
                <a:latin typeface="Cambria"/>
                <a:cs typeface="Cambria"/>
              </a:rPr>
              <a:t>le</a:t>
            </a:r>
            <a:endParaRPr lang="en-US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263197-EB64-0043-B189-E2AAE64F17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7275" y="2424398"/>
            <a:ext cx="6494725" cy="3649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88233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FA8857-8CAE-A54B-9D6C-EA72CD4D6D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85308"/>
            <a:ext cx="5691692" cy="5391655"/>
          </a:xfrm>
        </p:spPr>
        <p:txBody>
          <a:bodyPr>
            <a:normAutofit lnSpcReduction="10000"/>
          </a:bodyPr>
          <a:lstStyle/>
          <a:p>
            <a:pPr marL="196850" indent="-184150">
              <a:lnSpc>
                <a:spcPct val="100000"/>
              </a:lnSpc>
              <a:buClr>
                <a:srgbClr val="4F80BC"/>
              </a:buClr>
              <a:buFont typeface="Calibri"/>
              <a:buAutoNum type="arabicParenR" startAt="4"/>
              <a:tabLst>
                <a:tab pos="197485" algn="l"/>
              </a:tabLst>
            </a:pPr>
            <a:r>
              <a:rPr lang="en-IN" sz="2400" b="1" spc="-5" dirty="0">
                <a:solidFill>
                  <a:srgbClr val="4F80BC"/>
                </a:solidFill>
                <a:latin typeface="Calibri"/>
                <a:cs typeface="Calibri"/>
              </a:rPr>
              <a:t>Pla</a:t>
            </a:r>
            <a:r>
              <a:rPr lang="en-IN" sz="2400" b="1" dirty="0">
                <a:solidFill>
                  <a:srgbClr val="4F80BC"/>
                </a:solidFill>
                <a:latin typeface="Calibri"/>
                <a:cs typeface="Calibri"/>
              </a:rPr>
              <a:t>n</a:t>
            </a:r>
            <a:r>
              <a:rPr lang="en-IN" sz="2400" b="1" spc="-30" dirty="0">
                <a:solidFill>
                  <a:srgbClr val="4F80BC"/>
                </a:solidFill>
                <a:latin typeface="Times New Roman"/>
                <a:cs typeface="Times New Roman"/>
              </a:rPr>
              <a:t> </a:t>
            </a:r>
            <a:r>
              <a:rPr lang="en-IN" sz="2400" b="1" dirty="0">
                <a:solidFill>
                  <a:srgbClr val="4F80BC"/>
                </a:solidFill>
                <a:latin typeface="Calibri"/>
                <a:cs typeface="Calibri"/>
              </a:rPr>
              <a:t>Analy</a:t>
            </a:r>
            <a:r>
              <a:rPr lang="en-IN" sz="2400" b="1" spc="-15" dirty="0">
                <a:solidFill>
                  <a:srgbClr val="4F80BC"/>
                </a:solidFill>
                <a:latin typeface="Calibri"/>
                <a:cs typeface="Calibri"/>
              </a:rPr>
              <a:t>s</a:t>
            </a:r>
            <a:r>
              <a:rPr lang="en-IN" sz="2400" b="1" dirty="0">
                <a:solidFill>
                  <a:srgbClr val="4F80BC"/>
                </a:solidFill>
                <a:latin typeface="Calibri"/>
                <a:cs typeface="Calibri"/>
              </a:rPr>
              <a:t>is</a:t>
            </a:r>
            <a:r>
              <a:rPr lang="en-IN" sz="2400" b="1" spc="-35" dirty="0">
                <a:solidFill>
                  <a:srgbClr val="4F80BC"/>
                </a:solidFill>
                <a:latin typeface="Times New Roman"/>
                <a:cs typeface="Times New Roman"/>
              </a:rPr>
              <a:t> </a:t>
            </a:r>
            <a:r>
              <a:rPr lang="en-IN" sz="2400" b="1" dirty="0">
                <a:solidFill>
                  <a:srgbClr val="4F80BC"/>
                </a:solidFill>
                <a:latin typeface="Calibri"/>
                <a:cs typeface="Calibri"/>
              </a:rPr>
              <a:t>+</a:t>
            </a:r>
            <a:r>
              <a:rPr lang="en-IN" sz="2400" b="1" spc="-45" dirty="0">
                <a:solidFill>
                  <a:srgbClr val="4F80BC"/>
                </a:solidFill>
                <a:latin typeface="Times New Roman"/>
                <a:cs typeface="Times New Roman"/>
              </a:rPr>
              <a:t> </a:t>
            </a:r>
            <a:r>
              <a:rPr lang="en-IN" sz="2400" b="1" dirty="0">
                <a:solidFill>
                  <a:srgbClr val="4F80BC"/>
                </a:solidFill>
                <a:latin typeface="Calibri"/>
                <a:cs typeface="Calibri"/>
              </a:rPr>
              <a:t>R</a:t>
            </a:r>
            <a:r>
              <a:rPr lang="en-IN" sz="2400" b="1" spc="-10" dirty="0">
                <a:solidFill>
                  <a:srgbClr val="4F80BC"/>
                </a:solidFill>
                <a:latin typeface="Calibri"/>
                <a:cs typeface="Calibri"/>
              </a:rPr>
              <a:t>e</a:t>
            </a:r>
            <a:r>
              <a:rPr lang="en-IN" sz="2400" b="1" dirty="0">
                <a:solidFill>
                  <a:srgbClr val="4F80BC"/>
                </a:solidFill>
                <a:latin typeface="Calibri"/>
                <a:cs typeface="Calibri"/>
              </a:rPr>
              <a:t>qu</a:t>
            </a:r>
            <a:r>
              <a:rPr lang="en-IN" sz="2400" b="1" spc="-10" dirty="0">
                <a:solidFill>
                  <a:srgbClr val="4F80BC"/>
                </a:solidFill>
                <a:latin typeface="Calibri"/>
                <a:cs typeface="Calibri"/>
              </a:rPr>
              <a:t>i</a:t>
            </a:r>
            <a:r>
              <a:rPr lang="en-IN" sz="2400" b="1" dirty="0">
                <a:solidFill>
                  <a:srgbClr val="4F80BC"/>
                </a:solidFill>
                <a:latin typeface="Calibri"/>
                <a:cs typeface="Calibri"/>
              </a:rPr>
              <a:t>r</a:t>
            </a:r>
            <a:r>
              <a:rPr lang="en-IN" sz="2400" b="1" spc="-5" dirty="0">
                <a:solidFill>
                  <a:srgbClr val="4F80BC"/>
                </a:solidFill>
                <a:latin typeface="Calibri"/>
                <a:cs typeface="Calibri"/>
              </a:rPr>
              <a:t>em</a:t>
            </a:r>
            <a:r>
              <a:rPr lang="en-IN" sz="2400" b="1" spc="-15" dirty="0">
                <a:solidFill>
                  <a:srgbClr val="4F80BC"/>
                </a:solidFill>
                <a:latin typeface="Calibri"/>
                <a:cs typeface="Calibri"/>
              </a:rPr>
              <a:t>e</a:t>
            </a:r>
            <a:r>
              <a:rPr lang="en-IN" sz="2400" b="1" dirty="0">
                <a:solidFill>
                  <a:srgbClr val="4F80BC"/>
                </a:solidFill>
                <a:latin typeface="Calibri"/>
                <a:cs typeface="Calibri"/>
              </a:rPr>
              <a:t>n</a:t>
            </a:r>
            <a:r>
              <a:rPr lang="en-IN" sz="2400" b="1" spc="-10" dirty="0">
                <a:solidFill>
                  <a:srgbClr val="4F80BC"/>
                </a:solidFill>
                <a:latin typeface="Calibri"/>
                <a:cs typeface="Calibri"/>
              </a:rPr>
              <a:t>t</a:t>
            </a:r>
            <a:r>
              <a:rPr lang="en-IN" sz="2400" b="1" dirty="0">
                <a:solidFill>
                  <a:srgbClr val="4F80BC"/>
                </a:solidFill>
                <a:latin typeface="Calibri"/>
                <a:cs typeface="Calibri"/>
              </a:rPr>
              <a:t>s</a:t>
            </a:r>
            <a:r>
              <a:rPr lang="en-IN" sz="2400" b="1" spc="-35" dirty="0">
                <a:solidFill>
                  <a:srgbClr val="4F80BC"/>
                </a:solidFill>
                <a:latin typeface="Times New Roman"/>
                <a:cs typeface="Times New Roman"/>
              </a:rPr>
              <a:t> </a:t>
            </a:r>
            <a:r>
              <a:rPr lang="en-IN" sz="2400" b="1" dirty="0">
                <a:solidFill>
                  <a:srgbClr val="4F80BC"/>
                </a:solidFill>
                <a:latin typeface="Calibri"/>
                <a:cs typeface="Calibri"/>
              </a:rPr>
              <a:t>F</a:t>
            </a:r>
            <a:r>
              <a:rPr lang="en-IN" sz="2400" b="1" spc="-10" dirty="0">
                <a:solidFill>
                  <a:srgbClr val="4F80BC"/>
                </a:solidFill>
                <a:latin typeface="Calibri"/>
                <a:cs typeface="Calibri"/>
              </a:rPr>
              <a:t>u</a:t>
            </a:r>
            <a:r>
              <a:rPr lang="en-IN" sz="2400" b="1" dirty="0">
                <a:solidFill>
                  <a:srgbClr val="4F80BC"/>
                </a:solidFill>
                <a:latin typeface="Calibri"/>
                <a:cs typeface="Calibri"/>
              </a:rPr>
              <a:t>s</a:t>
            </a:r>
            <a:r>
              <a:rPr lang="en-IN" sz="2400" b="1" spc="5" dirty="0">
                <a:solidFill>
                  <a:srgbClr val="4F80BC"/>
                </a:solidFill>
                <a:latin typeface="Calibri"/>
                <a:cs typeface="Calibri"/>
              </a:rPr>
              <a:t>i</a:t>
            </a:r>
            <a:r>
              <a:rPr lang="en-IN" sz="2400" b="1" spc="-15" dirty="0">
                <a:solidFill>
                  <a:srgbClr val="4F80BC"/>
                </a:solidFill>
                <a:latin typeface="Calibri"/>
                <a:cs typeface="Calibri"/>
              </a:rPr>
              <a:t>o</a:t>
            </a:r>
            <a:r>
              <a:rPr lang="en-IN" sz="2400" b="1" dirty="0">
                <a:solidFill>
                  <a:srgbClr val="4F80BC"/>
                </a:solidFill>
                <a:latin typeface="Calibri"/>
                <a:cs typeface="Calibri"/>
              </a:rPr>
              <a:t>n</a:t>
            </a:r>
            <a:endParaRPr lang="en-IN" sz="2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30"/>
              </a:spcBef>
            </a:pPr>
            <a:r>
              <a:rPr lang="en-IN" sz="2000" spc="-5" dirty="0">
                <a:latin typeface="Cambria"/>
                <a:cs typeface="Cambria"/>
              </a:rPr>
              <a:t>Buil</a:t>
            </a:r>
            <a:r>
              <a:rPr lang="en-IN" sz="2000" dirty="0">
                <a:latin typeface="Cambria"/>
                <a:cs typeface="Cambria"/>
              </a:rPr>
              <a:t>d</a:t>
            </a:r>
            <a:r>
              <a:rPr lang="en-IN" sz="2000" spc="-15" dirty="0">
                <a:latin typeface="Cambria"/>
                <a:cs typeface="Cambria"/>
              </a:rPr>
              <a:t>Wis</a:t>
            </a:r>
            <a:r>
              <a:rPr lang="en-IN" sz="2000" spc="-10" dirty="0">
                <a:latin typeface="Cambria"/>
                <a:cs typeface="Cambria"/>
              </a:rPr>
              <a:t>e</a:t>
            </a:r>
            <a:r>
              <a:rPr lang="en-IN" sz="2000" spc="-35" dirty="0">
                <a:latin typeface="Times New Roman"/>
                <a:cs typeface="Times New Roman"/>
              </a:rPr>
              <a:t> </a:t>
            </a:r>
            <a:r>
              <a:rPr lang="en-IN" sz="2000" spc="-10" dirty="0">
                <a:latin typeface="Cambria"/>
                <a:cs typeface="Cambria"/>
              </a:rPr>
              <a:t>fuses:</a:t>
            </a:r>
            <a:endParaRPr lang="en-IN" sz="2000" dirty="0">
              <a:latin typeface="Cambria"/>
              <a:cs typeface="Cambria"/>
            </a:endParaRPr>
          </a:p>
          <a:p>
            <a:pPr marL="469265" lvl="1" indent="-304165">
              <a:lnSpc>
                <a:spcPct val="100000"/>
              </a:lnSpc>
              <a:spcBef>
                <a:spcPts val="865"/>
              </a:spcBef>
              <a:buFont typeface="Cambria"/>
              <a:buChar char="•"/>
              <a:tabLst>
                <a:tab pos="469900" algn="l"/>
              </a:tabLst>
            </a:pPr>
            <a:r>
              <a:rPr lang="en-IN" sz="2000" dirty="0">
                <a:latin typeface="Cambria"/>
                <a:cs typeface="Cambria"/>
              </a:rPr>
              <a:t>p</a:t>
            </a:r>
            <a:r>
              <a:rPr lang="en-IN" sz="2000" spc="-5" dirty="0">
                <a:latin typeface="Cambria"/>
                <a:cs typeface="Cambria"/>
              </a:rPr>
              <a:t>la</a:t>
            </a:r>
            <a:r>
              <a:rPr lang="en-IN" sz="2000" dirty="0">
                <a:latin typeface="Cambria"/>
                <a:cs typeface="Cambria"/>
              </a:rPr>
              <a:t>n</a:t>
            </a:r>
            <a:r>
              <a:rPr lang="en-IN" sz="2000" spc="-35" dirty="0">
                <a:latin typeface="Times New Roman"/>
                <a:cs typeface="Times New Roman"/>
              </a:rPr>
              <a:t> </a:t>
            </a:r>
            <a:r>
              <a:rPr lang="en-IN" sz="2000" dirty="0">
                <a:latin typeface="Cambria"/>
                <a:cs typeface="Cambria"/>
              </a:rPr>
              <a:t>a</a:t>
            </a:r>
            <a:r>
              <a:rPr lang="en-IN" sz="2000" spc="-5" dirty="0">
                <a:latin typeface="Cambria"/>
                <a:cs typeface="Cambria"/>
              </a:rPr>
              <a:t>n</a:t>
            </a:r>
            <a:r>
              <a:rPr lang="en-IN" sz="2000" dirty="0">
                <a:latin typeface="Cambria"/>
                <a:cs typeface="Cambria"/>
              </a:rPr>
              <a:t>a</a:t>
            </a:r>
            <a:r>
              <a:rPr lang="en-IN" sz="2000" spc="-5" dirty="0">
                <a:latin typeface="Cambria"/>
                <a:cs typeface="Cambria"/>
              </a:rPr>
              <a:t>l</a:t>
            </a:r>
            <a:r>
              <a:rPr lang="en-IN" sz="2000" spc="-10" dirty="0">
                <a:latin typeface="Cambria"/>
                <a:cs typeface="Cambria"/>
              </a:rPr>
              <a:t>y</a:t>
            </a:r>
            <a:r>
              <a:rPr lang="en-IN" sz="2000" spc="-5" dirty="0">
                <a:latin typeface="Cambria"/>
                <a:cs typeface="Cambria"/>
              </a:rPr>
              <a:t>sis</a:t>
            </a:r>
            <a:r>
              <a:rPr lang="en-IN" sz="2000" spc="-40" dirty="0">
                <a:latin typeface="Times New Roman"/>
                <a:cs typeface="Times New Roman"/>
              </a:rPr>
              <a:t> </a:t>
            </a:r>
            <a:r>
              <a:rPr lang="en-IN" sz="2000" spc="-10" dirty="0">
                <a:latin typeface="Cambria"/>
                <a:cs typeface="Cambria"/>
              </a:rPr>
              <a:t>resu</a:t>
            </a:r>
            <a:r>
              <a:rPr lang="en-IN" sz="2000" spc="-15" dirty="0">
                <a:latin typeface="Cambria"/>
                <a:cs typeface="Cambria"/>
              </a:rPr>
              <a:t>l</a:t>
            </a:r>
            <a:r>
              <a:rPr lang="en-IN" sz="2000" spc="-5" dirty="0">
                <a:latin typeface="Cambria"/>
                <a:cs typeface="Cambria"/>
              </a:rPr>
              <a:t>ts</a:t>
            </a:r>
            <a:endParaRPr lang="en-IN" sz="2000" dirty="0">
              <a:latin typeface="Cambria"/>
              <a:cs typeface="Cambria"/>
            </a:endParaRPr>
          </a:p>
          <a:p>
            <a:pPr marL="469265" lvl="1" indent="-304165">
              <a:lnSpc>
                <a:spcPct val="100000"/>
              </a:lnSpc>
              <a:spcBef>
                <a:spcPts val="140"/>
              </a:spcBef>
              <a:buFont typeface="Cambria"/>
              <a:buChar char="•"/>
              <a:tabLst>
                <a:tab pos="469900" algn="l"/>
              </a:tabLst>
            </a:pPr>
            <a:r>
              <a:rPr lang="en-IN" sz="2000" dirty="0">
                <a:latin typeface="Cambria"/>
                <a:cs typeface="Cambria"/>
              </a:rPr>
              <a:t>c</a:t>
            </a:r>
            <a:r>
              <a:rPr lang="en-IN" sz="2000" spc="-5" dirty="0">
                <a:latin typeface="Cambria"/>
                <a:cs typeface="Cambria"/>
              </a:rPr>
              <a:t>u</a:t>
            </a:r>
            <a:r>
              <a:rPr lang="en-IN" sz="2000" spc="-10" dirty="0">
                <a:latin typeface="Cambria"/>
                <a:cs typeface="Cambria"/>
              </a:rPr>
              <a:t>stomer</a:t>
            </a:r>
            <a:r>
              <a:rPr lang="en-IN" sz="2000" spc="-5" dirty="0">
                <a:latin typeface="Cambria"/>
                <a:cs typeface="Cambria"/>
              </a:rPr>
              <a:t>-</a:t>
            </a:r>
            <a:r>
              <a:rPr lang="en-IN" sz="2000" dirty="0">
                <a:latin typeface="Cambria"/>
                <a:cs typeface="Cambria"/>
              </a:rPr>
              <a:t>sta</a:t>
            </a:r>
            <a:r>
              <a:rPr lang="en-IN" sz="2000" spc="-5" dirty="0">
                <a:latin typeface="Cambria"/>
                <a:cs typeface="Cambria"/>
              </a:rPr>
              <a:t>t</a:t>
            </a:r>
            <a:r>
              <a:rPr lang="en-IN" sz="2000" dirty="0">
                <a:latin typeface="Cambria"/>
                <a:cs typeface="Cambria"/>
              </a:rPr>
              <a:t>e</a:t>
            </a:r>
            <a:r>
              <a:rPr lang="en-IN" sz="2000" spc="-10" dirty="0">
                <a:latin typeface="Cambria"/>
                <a:cs typeface="Cambria"/>
              </a:rPr>
              <a:t>d</a:t>
            </a:r>
            <a:r>
              <a:rPr lang="en-IN" sz="2000" spc="-35" dirty="0">
                <a:latin typeface="Times New Roman"/>
                <a:cs typeface="Times New Roman"/>
              </a:rPr>
              <a:t> </a:t>
            </a:r>
            <a:r>
              <a:rPr lang="en-IN" sz="2000" spc="-10" dirty="0">
                <a:latin typeface="Cambria"/>
                <a:cs typeface="Cambria"/>
              </a:rPr>
              <a:t>re</a:t>
            </a:r>
            <a:r>
              <a:rPr lang="en-IN" sz="2000" spc="-5" dirty="0">
                <a:latin typeface="Cambria"/>
                <a:cs typeface="Cambria"/>
              </a:rPr>
              <a:t>q</a:t>
            </a:r>
            <a:r>
              <a:rPr lang="en-IN" sz="2000" spc="-10" dirty="0">
                <a:latin typeface="Cambria"/>
                <a:cs typeface="Cambria"/>
              </a:rPr>
              <a:t>uiremen</a:t>
            </a:r>
            <a:r>
              <a:rPr lang="en-IN" sz="2000" spc="-5" dirty="0">
                <a:latin typeface="Cambria"/>
                <a:cs typeface="Cambria"/>
              </a:rPr>
              <a:t>ts</a:t>
            </a:r>
            <a:endParaRPr lang="en-IN" sz="2000" dirty="0">
              <a:latin typeface="Cambria"/>
              <a:cs typeface="Cambria"/>
            </a:endParaRPr>
          </a:p>
          <a:p>
            <a:pPr marL="469265" lvl="1" indent="-304165">
              <a:lnSpc>
                <a:spcPct val="100000"/>
              </a:lnSpc>
              <a:spcBef>
                <a:spcPts val="155"/>
              </a:spcBef>
              <a:buFont typeface="Cambria"/>
              <a:buChar char="•"/>
              <a:tabLst>
                <a:tab pos="469900" algn="l"/>
              </a:tabLst>
            </a:pPr>
            <a:r>
              <a:rPr lang="en-IN" sz="2000" spc="-10" dirty="0">
                <a:latin typeface="Cambria"/>
                <a:cs typeface="Cambria"/>
              </a:rPr>
              <a:t>tra</a:t>
            </a:r>
            <a:r>
              <a:rPr lang="en-IN" sz="2000" spc="-5" dirty="0">
                <a:latin typeface="Cambria"/>
                <a:cs typeface="Cambria"/>
              </a:rPr>
              <a:t>d</a:t>
            </a:r>
            <a:r>
              <a:rPr lang="en-IN" sz="2000" spc="-10" dirty="0">
                <a:latin typeface="Cambria"/>
                <a:cs typeface="Cambria"/>
              </a:rPr>
              <a:t>e</a:t>
            </a:r>
            <a:r>
              <a:rPr lang="en-IN" sz="2000" spc="-40" dirty="0">
                <a:latin typeface="Times New Roman"/>
                <a:cs typeface="Times New Roman"/>
              </a:rPr>
              <a:t> </a:t>
            </a:r>
            <a:r>
              <a:rPr lang="en-IN" sz="2000" spc="-5" dirty="0">
                <a:latin typeface="Cambria"/>
                <a:cs typeface="Cambria"/>
              </a:rPr>
              <a:t>logic</a:t>
            </a:r>
            <a:r>
              <a:rPr lang="en-IN" sz="2000" spc="-40" dirty="0">
                <a:latin typeface="Times New Roman"/>
                <a:cs typeface="Times New Roman"/>
              </a:rPr>
              <a:t> </a:t>
            </a:r>
            <a:r>
              <a:rPr lang="en-IN" sz="2000" spc="-10" dirty="0">
                <a:latin typeface="Cambria"/>
                <a:cs typeface="Cambria"/>
              </a:rPr>
              <a:t>&amp;</a:t>
            </a:r>
            <a:r>
              <a:rPr lang="en-IN" sz="2000" spc="-40" dirty="0">
                <a:latin typeface="Times New Roman"/>
                <a:cs typeface="Times New Roman"/>
              </a:rPr>
              <a:t> </a:t>
            </a:r>
            <a:r>
              <a:rPr lang="en-IN" sz="2000" spc="-5" dirty="0">
                <a:latin typeface="Cambria"/>
                <a:cs typeface="Cambria"/>
              </a:rPr>
              <a:t>d</a:t>
            </a:r>
            <a:r>
              <a:rPr lang="en-IN" sz="2000" spc="-10" dirty="0">
                <a:latin typeface="Cambria"/>
                <a:cs typeface="Cambria"/>
              </a:rPr>
              <a:t>o</a:t>
            </a:r>
            <a:r>
              <a:rPr lang="en-IN" sz="2000" spc="-15" dirty="0">
                <a:latin typeface="Cambria"/>
                <a:cs typeface="Cambria"/>
              </a:rPr>
              <a:t>m</a:t>
            </a:r>
            <a:r>
              <a:rPr lang="en-IN" sz="2000" spc="-5" dirty="0">
                <a:latin typeface="Cambria"/>
                <a:cs typeface="Cambria"/>
              </a:rPr>
              <a:t>a</a:t>
            </a:r>
            <a:r>
              <a:rPr lang="en-IN" sz="2000" dirty="0">
                <a:latin typeface="Cambria"/>
                <a:cs typeface="Cambria"/>
              </a:rPr>
              <a:t>in</a:t>
            </a:r>
            <a:r>
              <a:rPr lang="en-IN" sz="2000" spc="-40" dirty="0">
                <a:latin typeface="Times New Roman"/>
                <a:cs typeface="Times New Roman"/>
              </a:rPr>
              <a:t> </a:t>
            </a:r>
            <a:r>
              <a:rPr lang="en-IN" sz="2000" spc="-5" dirty="0">
                <a:latin typeface="Cambria"/>
                <a:cs typeface="Cambria"/>
              </a:rPr>
              <a:t>k</a:t>
            </a:r>
            <a:r>
              <a:rPr lang="en-IN" sz="2000" spc="-15" dirty="0">
                <a:latin typeface="Cambria"/>
                <a:cs typeface="Cambria"/>
              </a:rPr>
              <a:t>n</a:t>
            </a:r>
            <a:r>
              <a:rPr lang="en-IN" sz="2000" dirty="0">
                <a:latin typeface="Cambria"/>
                <a:cs typeface="Cambria"/>
              </a:rPr>
              <a:t>o</a:t>
            </a:r>
            <a:r>
              <a:rPr lang="en-IN" sz="2000" spc="-10" dirty="0">
                <a:latin typeface="Cambria"/>
                <a:cs typeface="Cambria"/>
              </a:rPr>
              <a:t>wle</a:t>
            </a:r>
            <a:r>
              <a:rPr lang="en-IN" sz="2000" spc="-5" dirty="0">
                <a:latin typeface="Cambria"/>
                <a:cs typeface="Cambria"/>
              </a:rPr>
              <a:t>dg</a:t>
            </a:r>
            <a:r>
              <a:rPr lang="en-IN" sz="2000" spc="-10" dirty="0">
                <a:latin typeface="Cambria"/>
                <a:cs typeface="Cambria"/>
              </a:rPr>
              <a:t>e</a:t>
            </a:r>
            <a:endParaRPr lang="en-IN" sz="2000" dirty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865"/>
              </a:spcBef>
            </a:pPr>
            <a:r>
              <a:rPr lang="en-IN" sz="2000" dirty="0">
                <a:latin typeface="Cambria"/>
                <a:cs typeface="Cambria"/>
              </a:rPr>
              <a:t>E</a:t>
            </a:r>
            <a:r>
              <a:rPr lang="en-IN" sz="2000" spc="-5" dirty="0">
                <a:latin typeface="Cambria"/>
                <a:cs typeface="Cambria"/>
              </a:rPr>
              <a:t>xam</a:t>
            </a:r>
            <a:r>
              <a:rPr lang="en-IN" sz="2000" dirty="0">
                <a:latin typeface="Cambria"/>
                <a:cs typeface="Cambria"/>
              </a:rPr>
              <a:t>p</a:t>
            </a:r>
            <a:r>
              <a:rPr lang="en-IN" sz="2000" spc="-10" dirty="0">
                <a:latin typeface="Cambria"/>
                <a:cs typeface="Cambria"/>
              </a:rPr>
              <a:t>les:</a:t>
            </a:r>
            <a:endParaRPr lang="en-IN" sz="2000" dirty="0">
              <a:latin typeface="Cambria"/>
              <a:cs typeface="Cambria"/>
            </a:endParaRPr>
          </a:p>
          <a:p>
            <a:pPr marL="469265" lvl="1" indent="-304165">
              <a:lnSpc>
                <a:spcPct val="100000"/>
              </a:lnSpc>
              <a:spcBef>
                <a:spcPts val="865"/>
              </a:spcBef>
              <a:buFont typeface="Cambria"/>
              <a:buChar char="•"/>
              <a:tabLst>
                <a:tab pos="469900" algn="l"/>
              </a:tabLst>
            </a:pPr>
            <a:r>
              <a:rPr lang="en-IN" sz="2000" spc="-10" dirty="0">
                <a:latin typeface="Cambria"/>
                <a:cs typeface="Cambria"/>
              </a:rPr>
              <a:t>room</a:t>
            </a:r>
            <a:r>
              <a:rPr lang="en-IN" sz="2000" spc="-45" dirty="0">
                <a:latin typeface="Times New Roman"/>
                <a:cs typeface="Times New Roman"/>
              </a:rPr>
              <a:t> </a:t>
            </a:r>
            <a:r>
              <a:rPr lang="en-IN" sz="2000" spc="-10" dirty="0">
                <a:latin typeface="Cambria"/>
                <a:cs typeface="Cambria"/>
              </a:rPr>
              <a:t>&amp;</a:t>
            </a:r>
            <a:r>
              <a:rPr lang="en-IN" sz="2000" spc="-40" dirty="0">
                <a:latin typeface="Times New Roman"/>
                <a:cs typeface="Times New Roman"/>
              </a:rPr>
              <a:t> </a:t>
            </a:r>
            <a:r>
              <a:rPr lang="en-IN" sz="2000" dirty="0">
                <a:latin typeface="Cambria"/>
                <a:cs typeface="Cambria"/>
              </a:rPr>
              <a:t>a</a:t>
            </a:r>
            <a:r>
              <a:rPr lang="en-IN" sz="2000" spc="-10" dirty="0">
                <a:latin typeface="Cambria"/>
                <a:cs typeface="Cambria"/>
              </a:rPr>
              <a:t>r</a:t>
            </a:r>
            <a:r>
              <a:rPr lang="en-IN" sz="2000" dirty="0">
                <a:latin typeface="Cambria"/>
                <a:cs typeface="Cambria"/>
              </a:rPr>
              <a:t>ea</a:t>
            </a:r>
            <a:r>
              <a:rPr lang="en-IN" sz="2000" spc="-35" dirty="0">
                <a:latin typeface="Times New Roman"/>
                <a:cs typeface="Times New Roman"/>
              </a:rPr>
              <a:t> </a:t>
            </a:r>
            <a:r>
              <a:rPr lang="en-IN" sz="2000" spc="-5" dirty="0">
                <a:latin typeface="Cambria"/>
                <a:cs typeface="Cambria"/>
              </a:rPr>
              <a:t>d</a:t>
            </a:r>
            <a:r>
              <a:rPr lang="en-IN" sz="2000" dirty="0">
                <a:latin typeface="Cambria"/>
                <a:cs typeface="Cambria"/>
              </a:rPr>
              <a:t>etect</a:t>
            </a:r>
            <a:r>
              <a:rPr lang="en-IN" sz="2000" spc="-10" dirty="0">
                <a:latin typeface="Cambria"/>
                <a:cs typeface="Cambria"/>
              </a:rPr>
              <a:t>ion</a:t>
            </a:r>
            <a:endParaRPr lang="en-IN" sz="2000" dirty="0">
              <a:latin typeface="Cambria"/>
              <a:cs typeface="Cambria"/>
            </a:endParaRPr>
          </a:p>
          <a:p>
            <a:pPr marL="469265" lvl="1" indent="-304165">
              <a:lnSpc>
                <a:spcPct val="100000"/>
              </a:lnSpc>
              <a:spcBef>
                <a:spcPts val="145"/>
              </a:spcBef>
              <a:buFont typeface="Cambria"/>
              <a:buChar char="•"/>
              <a:tabLst>
                <a:tab pos="469900" algn="l"/>
              </a:tabLst>
            </a:pPr>
            <a:r>
              <a:rPr lang="en-IN" sz="2000" spc="-10" dirty="0">
                <a:latin typeface="Cambria"/>
                <a:cs typeface="Cambria"/>
              </a:rPr>
              <a:t>tra</a:t>
            </a:r>
            <a:r>
              <a:rPr lang="en-IN" sz="2000" spc="-5" dirty="0">
                <a:latin typeface="Cambria"/>
                <a:cs typeface="Cambria"/>
              </a:rPr>
              <a:t>d</a:t>
            </a:r>
            <a:r>
              <a:rPr lang="en-IN" sz="2000" spc="-10" dirty="0">
                <a:latin typeface="Cambria"/>
                <a:cs typeface="Cambria"/>
              </a:rPr>
              <a:t>e</a:t>
            </a:r>
            <a:r>
              <a:rPr lang="en-IN" sz="2000" spc="-40" dirty="0">
                <a:latin typeface="Times New Roman"/>
                <a:cs typeface="Times New Roman"/>
              </a:rPr>
              <a:t> </a:t>
            </a:r>
            <a:r>
              <a:rPr lang="en-IN" sz="2000" spc="5" dirty="0">
                <a:latin typeface="Cambria"/>
                <a:cs typeface="Cambria"/>
              </a:rPr>
              <a:t>p</a:t>
            </a:r>
            <a:r>
              <a:rPr lang="en-IN" sz="2000" spc="-5" dirty="0">
                <a:latin typeface="Cambria"/>
                <a:cs typeface="Cambria"/>
              </a:rPr>
              <a:t>lan</a:t>
            </a:r>
            <a:r>
              <a:rPr lang="en-IN" sz="2000" spc="-10" dirty="0">
                <a:latin typeface="Cambria"/>
                <a:cs typeface="Cambria"/>
              </a:rPr>
              <a:t>n</a:t>
            </a:r>
            <a:r>
              <a:rPr lang="en-IN" sz="2000" spc="-5" dirty="0">
                <a:latin typeface="Cambria"/>
                <a:cs typeface="Cambria"/>
              </a:rPr>
              <a:t>in</a:t>
            </a:r>
            <a:r>
              <a:rPr lang="en-IN" sz="2000" dirty="0">
                <a:latin typeface="Cambria"/>
                <a:cs typeface="Cambria"/>
              </a:rPr>
              <a:t>g</a:t>
            </a:r>
            <a:r>
              <a:rPr lang="en-IN" sz="2000" spc="-45" dirty="0">
                <a:latin typeface="Times New Roman"/>
                <a:cs typeface="Times New Roman"/>
              </a:rPr>
              <a:t> </a:t>
            </a:r>
            <a:r>
              <a:rPr lang="en-IN" sz="2000" spc="-10" dirty="0">
                <a:latin typeface="Cambria"/>
                <a:cs typeface="Cambria"/>
              </a:rPr>
              <a:t>(H</a:t>
            </a:r>
            <a:r>
              <a:rPr lang="en-IN" sz="2000" spc="-15" dirty="0">
                <a:latin typeface="Cambria"/>
                <a:cs typeface="Cambria"/>
              </a:rPr>
              <a:t>V</a:t>
            </a:r>
            <a:r>
              <a:rPr lang="en-IN" sz="2000" spc="-5" dirty="0">
                <a:latin typeface="Cambria"/>
                <a:cs typeface="Cambria"/>
              </a:rPr>
              <a:t>A</a:t>
            </a:r>
            <a:r>
              <a:rPr lang="en-IN" sz="2000" spc="-10" dirty="0">
                <a:latin typeface="Cambria"/>
                <a:cs typeface="Cambria"/>
              </a:rPr>
              <a:t>C</a:t>
            </a:r>
            <a:r>
              <a:rPr lang="en-IN" sz="2000" spc="-40" dirty="0">
                <a:latin typeface="Times New Roman"/>
                <a:cs typeface="Times New Roman"/>
              </a:rPr>
              <a:t> </a:t>
            </a:r>
            <a:r>
              <a:rPr lang="en-IN" sz="2000" spc="-5" dirty="0">
                <a:latin typeface="Cambria"/>
                <a:cs typeface="Cambria"/>
              </a:rPr>
              <a:t>z</a:t>
            </a:r>
            <a:r>
              <a:rPr lang="en-IN" sz="2000" spc="-10" dirty="0">
                <a:latin typeface="Cambria"/>
                <a:cs typeface="Cambria"/>
              </a:rPr>
              <a:t>ones</a:t>
            </a:r>
            <a:r>
              <a:rPr lang="en-IN" sz="2000" spc="-35" dirty="0">
                <a:latin typeface="Times New Roman"/>
                <a:cs typeface="Times New Roman"/>
              </a:rPr>
              <a:t> </a:t>
            </a:r>
            <a:r>
              <a:rPr lang="en-IN" sz="2000" dirty="0">
                <a:latin typeface="Cambria"/>
                <a:cs typeface="Cambria"/>
              </a:rPr>
              <a:t>/</a:t>
            </a:r>
            <a:r>
              <a:rPr lang="en-IN" sz="2000" spc="-40" dirty="0">
                <a:latin typeface="Times New Roman"/>
                <a:cs typeface="Times New Roman"/>
              </a:rPr>
              <a:t> </a:t>
            </a:r>
            <a:r>
              <a:rPr lang="en-IN" sz="2000" spc="-5" dirty="0">
                <a:latin typeface="Cambria"/>
                <a:cs typeface="Cambria"/>
              </a:rPr>
              <a:t>ton</a:t>
            </a:r>
            <a:r>
              <a:rPr lang="en-IN" sz="2000" spc="5" dirty="0">
                <a:latin typeface="Cambria"/>
                <a:cs typeface="Cambria"/>
              </a:rPr>
              <a:t>n</a:t>
            </a:r>
            <a:r>
              <a:rPr lang="en-IN" sz="2000" spc="-5" dirty="0">
                <a:latin typeface="Cambria"/>
                <a:cs typeface="Cambria"/>
              </a:rPr>
              <a:t>ag</a:t>
            </a:r>
            <a:r>
              <a:rPr lang="en-IN" sz="2000" dirty="0">
                <a:latin typeface="Cambria"/>
                <a:cs typeface="Cambria"/>
              </a:rPr>
              <a:t>e</a:t>
            </a:r>
            <a:r>
              <a:rPr lang="en-IN" sz="2000" spc="-35" dirty="0">
                <a:latin typeface="Times New Roman"/>
                <a:cs typeface="Times New Roman"/>
              </a:rPr>
              <a:t> </a:t>
            </a:r>
            <a:r>
              <a:rPr lang="en-IN" sz="2000" spc="-10" dirty="0">
                <a:latin typeface="Cambria"/>
                <a:cs typeface="Cambria"/>
              </a:rPr>
              <a:t>r</a:t>
            </a:r>
            <a:r>
              <a:rPr lang="en-IN" sz="2000" spc="-5" dirty="0">
                <a:latin typeface="Cambria"/>
                <a:cs typeface="Cambria"/>
              </a:rPr>
              <a:t>a</a:t>
            </a:r>
            <a:r>
              <a:rPr lang="en-IN" sz="2000" dirty="0">
                <a:latin typeface="Cambria"/>
                <a:cs typeface="Cambria"/>
              </a:rPr>
              <a:t>n</a:t>
            </a:r>
            <a:r>
              <a:rPr lang="en-IN" sz="2000" spc="-5" dirty="0">
                <a:latin typeface="Cambria"/>
                <a:cs typeface="Cambria"/>
              </a:rPr>
              <a:t>g</a:t>
            </a:r>
            <a:r>
              <a:rPr lang="en-IN" sz="2000" spc="-10" dirty="0">
                <a:latin typeface="Cambria"/>
                <a:cs typeface="Cambria"/>
              </a:rPr>
              <a:t>es)</a:t>
            </a:r>
            <a:endParaRPr lang="en-IN" sz="2000" dirty="0">
              <a:latin typeface="Cambria"/>
              <a:cs typeface="Cambria"/>
            </a:endParaRPr>
          </a:p>
          <a:p>
            <a:pPr marL="469265" lvl="1" indent="-304165">
              <a:lnSpc>
                <a:spcPct val="100000"/>
              </a:lnSpc>
              <a:spcBef>
                <a:spcPts val="155"/>
              </a:spcBef>
              <a:buFont typeface="Cambria"/>
              <a:buChar char="•"/>
              <a:tabLst>
                <a:tab pos="469900" algn="l"/>
              </a:tabLst>
            </a:pPr>
            <a:r>
              <a:rPr lang="en-IN" sz="2000" dirty="0">
                <a:latin typeface="Cambria"/>
                <a:cs typeface="Cambria"/>
              </a:rPr>
              <a:t>cap</a:t>
            </a:r>
            <a:r>
              <a:rPr lang="en-IN" sz="2000" spc="-5" dirty="0">
                <a:latin typeface="Cambria"/>
                <a:cs typeface="Cambria"/>
              </a:rPr>
              <a:t>aci</a:t>
            </a:r>
            <a:r>
              <a:rPr lang="en-IN" sz="2000" spc="5" dirty="0">
                <a:latin typeface="Cambria"/>
                <a:cs typeface="Cambria"/>
              </a:rPr>
              <a:t>t</a:t>
            </a:r>
            <a:r>
              <a:rPr lang="en-IN" sz="2000" spc="-10" dirty="0">
                <a:latin typeface="Cambria"/>
                <a:cs typeface="Cambria"/>
              </a:rPr>
              <a:t>y</a:t>
            </a:r>
            <a:r>
              <a:rPr lang="en-IN" sz="2000" spc="-45" dirty="0">
                <a:latin typeface="Times New Roman"/>
                <a:cs typeface="Times New Roman"/>
              </a:rPr>
              <a:t> </a:t>
            </a:r>
            <a:r>
              <a:rPr lang="en-IN" sz="2000" spc="-5" dirty="0">
                <a:latin typeface="Cambria"/>
                <a:cs typeface="Cambria"/>
              </a:rPr>
              <a:t>g</a:t>
            </a:r>
            <a:r>
              <a:rPr lang="en-IN" sz="2000" spc="-10" dirty="0">
                <a:latin typeface="Cambria"/>
                <a:cs typeface="Cambria"/>
              </a:rPr>
              <a:t>ui</a:t>
            </a:r>
            <a:r>
              <a:rPr lang="en-IN" sz="2000" spc="-5" dirty="0">
                <a:latin typeface="Cambria"/>
                <a:cs typeface="Cambria"/>
              </a:rPr>
              <a:t>da</a:t>
            </a:r>
            <a:r>
              <a:rPr lang="en-IN" sz="2000" dirty="0">
                <a:latin typeface="Cambria"/>
                <a:cs typeface="Cambria"/>
              </a:rPr>
              <a:t>n</a:t>
            </a:r>
            <a:r>
              <a:rPr lang="en-IN" sz="2000" spc="-10" dirty="0">
                <a:latin typeface="Cambria"/>
                <a:cs typeface="Cambria"/>
              </a:rPr>
              <a:t>ce</a:t>
            </a:r>
            <a:endParaRPr lang="en-IN" sz="2000" dirty="0">
              <a:latin typeface="Cambria"/>
              <a:cs typeface="Cambria"/>
            </a:endParaRPr>
          </a:p>
          <a:p>
            <a:pPr marL="469265" lvl="1" indent="-304165">
              <a:lnSpc>
                <a:spcPct val="100000"/>
              </a:lnSpc>
              <a:spcBef>
                <a:spcPts val="145"/>
              </a:spcBef>
              <a:buFont typeface="Cambria"/>
              <a:buChar char="•"/>
              <a:tabLst>
                <a:tab pos="469900" algn="l"/>
              </a:tabLst>
            </a:pPr>
            <a:r>
              <a:rPr lang="en-IN" sz="2000" spc="-10" dirty="0">
                <a:latin typeface="Cambria"/>
                <a:cs typeface="Cambria"/>
              </a:rPr>
              <a:t>cost</a:t>
            </a:r>
            <a:r>
              <a:rPr lang="en-IN" sz="2000" spc="-40" dirty="0">
                <a:latin typeface="Times New Roman"/>
                <a:cs typeface="Times New Roman"/>
              </a:rPr>
              <a:t> </a:t>
            </a:r>
            <a:r>
              <a:rPr lang="en-IN" sz="2000" dirty="0">
                <a:latin typeface="Cambria"/>
                <a:cs typeface="Cambria"/>
              </a:rPr>
              <a:t>b</a:t>
            </a:r>
            <a:r>
              <a:rPr lang="en-IN" sz="2000" spc="-5" dirty="0">
                <a:latin typeface="Cambria"/>
                <a:cs typeface="Cambria"/>
              </a:rPr>
              <a:t>a</a:t>
            </a:r>
            <a:r>
              <a:rPr lang="en-IN" sz="2000" dirty="0">
                <a:latin typeface="Cambria"/>
                <a:cs typeface="Cambria"/>
              </a:rPr>
              <a:t>n</a:t>
            </a:r>
            <a:r>
              <a:rPr lang="en-IN" sz="2000" spc="-10" dirty="0">
                <a:latin typeface="Cambria"/>
                <a:cs typeface="Cambria"/>
              </a:rPr>
              <a:t>d</a:t>
            </a:r>
            <a:r>
              <a:rPr lang="en-IN" sz="2000" spc="-35" dirty="0">
                <a:latin typeface="Times New Roman"/>
                <a:cs typeface="Times New Roman"/>
              </a:rPr>
              <a:t> </a:t>
            </a:r>
            <a:r>
              <a:rPr lang="en-IN" sz="2000" spc="-10" dirty="0">
                <a:latin typeface="Cambria"/>
                <a:cs typeface="Cambria"/>
              </a:rPr>
              <a:t>e</a:t>
            </a:r>
            <a:r>
              <a:rPr lang="en-IN" sz="2000" spc="-20" dirty="0">
                <a:latin typeface="Cambria"/>
                <a:cs typeface="Cambria"/>
              </a:rPr>
              <a:t>s</a:t>
            </a:r>
            <a:r>
              <a:rPr lang="en-IN" sz="2000" spc="-5" dirty="0">
                <a:latin typeface="Cambria"/>
                <a:cs typeface="Cambria"/>
              </a:rPr>
              <a:t>t</a:t>
            </a:r>
            <a:r>
              <a:rPr lang="en-IN" sz="2000" dirty="0">
                <a:latin typeface="Cambria"/>
                <a:cs typeface="Cambria"/>
              </a:rPr>
              <a:t>imati</a:t>
            </a:r>
            <a:r>
              <a:rPr lang="en-IN" sz="2000" spc="-10" dirty="0">
                <a:latin typeface="Cambria"/>
                <a:cs typeface="Cambria"/>
              </a:rPr>
              <a:t>on</a:t>
            </a:r>
            <a:endParaRPr lang="en-IN" sz="2000" dirty="0">
              <a:latin typeface="Cambria"/>
              <a:cs typeface="Cambria"/>
            </a:endParaRPr>
          </a:p>
          <a:p>
            <a:pPr marL="469265" lvl="1" indent="-304165">
              <a:lnSpc>
                <a:spcPct val="100000"/>
              </a:lnSpc>
              <a:spcBef>
                <a:spcPts val="145"/>
              </a:spcBef>
              <a:buFont typeface="Cambria"/>
              <a:buChar char="•"/>
              <a:tabLst>
                <a:tab pos="469900" algn="l"/>
              </a:tabLst>
            </a:pPr>
            <a:r>
              <a:rPr lang="en-IN" sz="2000" spc="-10" dirty="0">
                <a:latin typeface="Cambria"/>
                <a:cs typeface="Cambria"/>
              </a:rPr>
              <a:t>recom</a:t>
            </a:r>
            <a:r>
              <a:rPr lang="en-IN" sz="2000" spc="-20" dirty="0">
                <a:latin typeface="Cambria"/>
                <a:cs typeface="Cambria"/>
              </a:rPr>
              <a:t>m</a:t>
            </a:r>
            <a:r>
              <a:rPr lang="en-IN" sz="2000" spc="-10" dirty="0">
                <a:latin typeface="Cambria"/>
                <a:cs typeface="Cambria"/>
              </a:rPr>
              <a:t>en</a:t>
            </a:r>
            <a:r>
              <a:rPr lang="en-IN" sz="2000" spc="-5" dirty="0">
                <a:latin typeface="Cambria"/>
                <a:cs typeface="Cambria"/>
              </a:rPr>
              <a:t>d</a:t>
            </a:r>
            <a:r>
              <a:rPr lang="en-IN" sz="2000" spc="-10" dirty="0">
                <a:latin typeface="Cambria"/>
                <a:cs typeface="Cambria"/>
              </a:rPr>
              <a:t>ed</a:t>
            </a:r>
            <a:r>
              <a:rPr lang="en-IN" sz="2000" spc="-30" dirty="0">
                <a:latin typeface="Times New Roman"/>
                <a:cs typeface="Times New Roman"/>
              </a:rPr>
              <a:t> </a:t>
            </a:r>
            <a:r>
              <a:rPr lang="en-IN" sz="2000" spc="-10" dirty="0">
                <a:latin typeface="Cambria"/>
                <a:cs typeface="Cambria"/>
              </a:rPr>
              <a:t>conf</a:t>
            </a:r>
            <a:r>
              <a:rPr lang="en-IN" sz="2000" dirty="0">
                <a:latin typeface="Cambria"/>
                <a:cs typeface="Cambria"/>
              </a:rPr>
              <a:t>ig</a:t>
            </a:r>
            <a:r>
              <a:rPr lang="en-IN" sz="2000" spc="-10" dirty="0">
                <a:latin typeface="Cambria"/>
                <a:cs typeface="Cambria"/>
              </a:rPr>
              <a:t>ur</a:t>
            </a:r>
            <a:r>
              <a:rPr lang="en-IN" sz="2000" spc="-5" dirty="0">
                <a:latin typeface="Cambria"/>
                <a:cs typeface="Cambria"/>
              </a:rPr>
              <a:t>a</a:t>
            </a:r>
            <a:r>
              <a:rPr lang="en-IN" sz="2000" dirty="0">
                <a:latin typeface="Cambria"/>
                <a:cs typeface="Cambria"/>
              </a:rPr>
              <a:t>t</a:t>
            </a:r>
            <a:r>
              <a:rPr lang="en-IN" sz="2000" spc="-10" dirty="0">
                <a:latin typeface="Cambria"/>
                <a:cs typeface="Cambria"/>
              </a:rPr>
              <a:t>ion</a:t>
            </a:r>
            <a:r>
              <a:rPr lang="en-IN" sz="2000" spc="-40" dirty="0">
                <a:latin typeface="Times New Roman"/>
                <a:cs typeface="Times New Roman"/>
              </a:rPr>
              <a:t> </a:t>
            </a:r>
            <a:r>
              <a:rPr lang="en-IN" sz="2000" spc="-10" dirty="0">
                <a:latin typeface="Cambria"/>
                <a:cs typeface="Cambria"/>
              </a:rPr>
              <a:t>o</a:t>
            </a:r>
            <a:r>
              <a:rPr lang="en-IN" sz="2000" spc="-5" dirty="0">
                <a:latin typeface="Cambria"/>
                <a:cs typeface="Cambria"/>
              </a:rPr>
              <a:t>pt</a:t>
            </a:r>
            <a:r>
              <a:rPr lang="en-IN" sz="2000" dirty="0">
                <a:latin typeface="Cambria"/>
                <a:cs typeface="Cambria"/>
              </a:rPr>
              <a:t>i</a:t>
            </a:r>
            <a:r>
              <a:rPr lang="en-IN" sz="2000" spc="-10" dirty="0">
                <a:latin typeface="Cambria"/>
                <a:cs typeface="Cambria"/>
              </a:rPr>
              <a:t>ons</a:t>
            </a:r>
            <a:endParaRPr lang="en-IN" sz="2000" dirty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865"/>
              </a:spcBef>
            </a:pPr>
            <a:r>
              <a:rPr lang="en-IN" sz="2000" spc="-5" dirty="0">
                <a:latin typeface="Cambria"/>
                <a:cs typeface="Cambria"/>
              </a:rPr>
              <a:t>O</a:t>
            </a:r>
            <a:r>
              <a:rPr lang="en-IN" sz="2000" spc="-10" dirty="0">
                <a:latin typeface="Cambria"/>
                <a:cs typeface="Cambria"/>
              </a:rPr>
              <a:t>u</a:t>
            </a:r>
            <a:r>
              <a:rPr lang="en-IN" sz="2000" spc="-5" dirty="0">
                <a:latin typeface="Cambria"/>
                <a:cs typeface="Cambria"/>
              </a:rPr>
              <a:t>t</a:t>
            </a:r>
            <a:r>
              <a:rPr lang="en-IN" sz="2000" spc="5" dirty="0">
                <a:latin typeface="Cambria"/>
                <a:cs typeface="Cambria"/>
              </a:rPr>
              <a:t>p</a:t>
            </a:r>
            <a:r>
              <a:rPr lang="en-IN" sz="2000" spc="-5" dirty="0">
                <a:latin typeface="Cambria"/>
                <a:cs typeface="Cambria"/>
              </a:rPr>
              <a:t>ut</a:t>
            </a:r>
            <a:r>
              <a:rPr lang="en-IN" sz="2000" dirty="0">
                <a:latin typeface="Cambria"/>
                <a:cs typeface="Cambria"/>
              </a:rPr>
              <a:t>s</a:t>
            </a:r>
            <a:r>
              <a:rPr lang="en-IN" sz="2000" spc="-40" dirty="0">
                <a:latin typeface="Times New Roman"/>
                <a:cs typeface="Times New Roman"/>
              </a:rPr>
              <a:t> </a:t>
            </a:r>
            <a:r>
              <a:rPr lang="en-IN" sz="2000" spc="-15" dirty="0">
                <a:latin typeface="Cambria"/>
                <a:cs typeface="Cambria"/>
              </a:rPr>
              <a:t>ar</a:t>
            </a:r>
            <a:r>
              <a:rPr lang="en-IN" sz="2000" spc="-10" dirty="0">
                <a:latin typeface="Cambria"/>
                <a:cs typeface="Cambria"/>
              </a:rPr>
              <a:t>e</a:t>
            </a:r>
            <a:r>
              <a:rPr lang="en-IN" sz="2000" spc="-35" dirty="0">
                <a:latin typeface="Times New Roman"/>
                <a:cs typeface="Times New Roman"/>
              </a:rPr>
              <a:t> </a:t>
            </a:r>
            <a:r>
              <a:rPr lang="en-IN" sz="2000" dirty="0">
                <a:latin typeface="Cambria"/>
                <a:cs typeface="Cambria"/>
              </a:rPr>
              <a:t>p</a:t>
            </a:r>
            <a:r>
              <a:rPr lang="en-IN" sz="2000" spc="-5" dirty="0">
                <a:latin typeface="Cambria"/>
                <a:cs typeface="Cambria"/>
              </a:rPr>
              <a:t>ack</a:t>
            </a:r>
            <a:r>
              <a:rPr lang="en-IN" sz="2000" spc="-15" dirty="0">
                <a:latin typeface="Cambria"/>
                <a:cs typeface="Cambria"/>
              </a:rPr>
              <a:t>age</a:t>
            </a:r>
            <a:r>
              <a:rPr lang="en-IN" sz="2000" spc="-10" dirty="0">
                <a:latin typeface="Cambria"/>
                <a:cs typeface="Cambria"/>
              </a:rPr>
              <a:t>d</a:t>
            </a:r>
            <a:r>
              <a:rPr lang="en-IN" sz="2000" spc="-30" dirty="0">
                <a:latin typeface="Times New Roman"/>
                <a:cs typeface="Times New Roman"/>
              </a:rPr>
              <a:t> </a:t>
            </a:r>
            <a:r>
              <a:rPr lang="en-IN" sz="2000" spc="-10" dirty="0">
                <a:latin typeface="Cambria"/>
                <a:cs typeface="Cambria"/>
              </a:rPr>
              <a:t>a</a:t>
            </a:r>
            <a:r>
              <a:rPr lang="en-IN" sz="2000" spc="-5" dirty="0">
                <a:latin typeface="Cambria"/>
                <a:cs typeface="Cambria"/>
              </a:rPr>
              <a:t>s:</a:t>
            </a:r>
            <a:endParaRPr lang="en-IN" sz="2000" dirty="0">
              <a:latin typeface="Cambria"/>
              <a:cs typeface="Cambria"/>
            </a:endParaRPr>
          </a:p>
          <a:p>
            <a:pPr marL="469265" lvl="1" indent="-304165">
              <a:lnSpc>
                <a:spcPct val="100000"/>
              </a:lnSpc>
              <a:spcBef>
                <a:spcPts val="875"/>
              </a:spcBef>
              <a:buFont typeface="Cambria"/>
              <a:buChar char="•"/>
              <a:tabLst>
                <a:tab pos="469900" algn="l"/>
              </a:tabLst>
            </a:pPr>
            <a:r>
              <a:rPr lang="en-IN" sz="2000" spc="-5" dirty="0">
                <a:latin typeface="Cambria"/>
                <a:cs typeface="Cambria"/>
              </a:rPr>
              <a:t>str</a:t>
            </a:r>
            <a:r>
              <a:rPr lang="en-IN" sz="2000" spc="-20" dirty="0">
                <a:latin typeface="Cambria"/>
                <a:cs typeface="Cambria"/>
              </a:rPr>
              <a:t>u</a:t>
            </a:r>
            <a:r>
              <a:rPr lang="en-IN" sz="2000" dirty="0">
                <a:latin typeface="Cambria"/>
                <a:cs typeface="Cambria"/>
              </a:rPr>
              <a:t>ctu</a:t>
            </a:r>
            <a:r>
              <a:rPr lang="en-IN" sz="2000" spc="-10" dirty="0">
                <a:latin typeface="Cambria"/>
                <a:cs typeface="Cambria"/>
              </a:rPr>
              <a:t>red</a:t>
            </a:r>
            <a:r>
              <a:rPr lang="en-IN" sz="2000" spc="-30" dirty="0">
                <a:latin typeface="Times New Roman"/>
                <a:cs typeface="Times New Roman"/>
              </a:rPr>
              <a:t> </a:t>
            </a:r>
            <a:r>
              <a:rPr lang="en-IN" sz="2000" dirty="0">
                <a:latin typeface="Cambria"/>
                <a:cs typeface="Cambria"/>
              </a:rPr>
              <a:t>p</a:t>
            </a:r>
            <a:r>
              <a:rPr lang="en-IN" sz="2000" spc="-5" dirty="0">
                <a:latin typeface="Cambria"/>
                <a:cs typeface="Cambria"/>
              </a:rPr>
              <a:t>lan</a:t>
            </a:r>
            <a:r>
              <a:rPr lang="en-IN" sz="2000" spc="5" dirty="0">
                <a:latin typeface="Cambria"/>
                <a:cs typeface="Cambria"/>
              </a:rPr>
              <a:t>n</a:t>
            </a:r>
            <a:r>
              <a:rPr lang="en-IN" sz="2000" spc="-5" dirty="0">
                <a:latin typeface="Cambria"/>
                <a:cs typeface="Cambria"/>
              </a:rPr>
              <a:t>in</a:t>
            </a:r>
            <a:r>
              <a:rPr lang="en-IN" sz="2000" dirty="0">
                <a:latin typeface="Cambria"/>
                <a:cs typeface="Cambria"/>
              </a:rPr>
              <a:t>g</a:t>
            </a:r>
            <a:r>
              <a:rPr lang="en-IN" sz="2000" spc="-45" dirty="0">
                <a:latin typeface="Times New Roman"/>
                <a:cs typeface="Times New Roman"/>
              </a:rPr>
              <a:t> </a:t>
            </a:r>
            <a:r>
              <a:rPr lang="en-IN" sz="2000" spc="-10" dirty="0">
                <a:latin typeface="Cambria"/>
                <a:cs typeface="Cambria"/>
              </a:rPr>
              <a:t>su</a:t>
            </a:r>
            <a:r>
              <a:rPr lang="en-IN" sz="2000" spc="-20" dirty="0">
                <a:latin typeface="Cambria"/>
                <a:cs typeface="Cambria"/>
              </a:rPr>
              <a:t>m</a:t>
            </a:r>
            <a:r>
              <a:rPr lang="en-IN" sz="2000" spc="-10" dirty="0">
                <a:latin typeface="Cambria"/>
                <a:cs typeface="Cambria"/>
              </a:rPr>
              <a:t>mary</a:t>
            </a:r>
            <a:endParaRPr lang="en-IN" sz="2000" dirty="0">
              <a:latin typeface="Cambria"/>
              <a:cs typeface="Cambria"/>
            </a:endParaRPr>
          </a:p>
          <a:p>
            <a:pPr marL="469265" lvl="1" indent="-304165">
              <a:lnSpc>
                <a:spcPct val="100000"/>
              </a:lnSpc>
              <a:spcBef>
                <a:spcPts val="145"/>
              </a:spcBef>
              <a:buFont typeface="Cambria"/>
              <a:buChar char="•"/>
              <a:tabLst>
                <a:tab pos="469900" algn="l"/>
              </a:tabLst>
            </a:pPr>
            <a:r>
              <a:rPr lang="en-IN" sz="2000" dirty="0">
                <a:latin typeface="Cambria"/>
                <a:cs typeface="Cambria"/>
              </a:rPr>
              <a:t>p</a:t>
            </a:r>
            <a:r>
              <a:rPr lang="en-IN" sz="2000" spc="-10" dirty="0">
                <a:latin typeface="Cambria"/>
                <a:cs typeface="Cambria"/>
              </a:rPr>
              <a:t>er</a:t>
            </a:r>
            <a:r>
              <a:rPr lang="en-IN" sz="2000" spc="-5" dirty="0">
                <a:latin typeface="Cambria"/>
                <a:cs typeface="Cambria"/>
              </a:rPr>
              <a:t>-</a:t>
            </a:r>
            <a:r>
              <a:rPr lang="en-IN" sz="2000" spc="-10" dirty="0">
                <a:latin typeface="Cambria"/>
                <a:cs typeface="Cambria"/>
              </a:rPr>
              <a:t>tra</a:t>
            </a:r>
            <a:r>
              <a:rPr lang="en-IN" sz="2000" spc="-5" dirty="0">
                <a:latin typeface="Cambria"/>
                <a:cs typeface="Cambria"/>
              </a:rPr>
              <a:t>d</a:t>
            </a:r>
            <a:r>
              <a:rPr lang="en-IN" sz="2000" spc="-10" dirty="0">
                <a:latin typeface="Cambria"/>
                <a:cs typeface="Cambria"/>
              </a:rPr>
              <a:t>e</a:t>
            </a:r>
            <a:r>
              <a:rPr lang="en-IN" sz="2000" spc="-40" dirty="0">
                <a:latin typeface="Times New Roman"/>
                <a:cs typeface="Times New Roman"/>
              </a:rPr>
              <a:t> </a:t>
            </a:r>
            <a:r>
              <a:rPr lang="en-IN" sz="2000" dirty="0">
                <a:latin typeface="Cambria"/>
                <a:cs typeface="Cambria"/>
              </a:rPr>
              <a:t>b</a:t>
            </a:r>
            <a:r>
              <a:rPr lang="en-IN" sz="2000" spc="-10" dirty="0">
                <a:latin typeface="Cambria"/>
                <a:cs typeface="Cambria"/>
              </a:rPr>
              <a:t>r</a:t>
            </a:r>
            <a:r>
              <a:rPr lang="en-IN" sz="2000" dirty="0">
                <a:latin typeface="Cambria"/>
                <a:cs typeface="Cambria"/>
              </a:rPr>
              <a:t>ea</a:t>
            </a:r>
            <a:r>
              <a:rPr lang="en-IN" sz="2000" spc="-10" dirty="0">
                <a:latin typeface="Cambria"/>
                <a:cs typeface="Cambria"/>
              </a:rPr>
              <a:t>k</a:t>
            </a:r>
            <a:r>
              <a:rPr lang="en-IN" sz="2000" spc="-5" dirty="0">
                <a:latin typeface="Cambria"/>
                <a:cs typeface="Cambria"/>
              </a:rPr>
              <a:t>d</a:t>
            </a:r>
            <a:r>
              <a:rPr lang="en-IN" sz="2000" dirty="0">
                <a:latin typeface="Cambria"/>
                <a:cs typeface="Cambria"/>
              </a:rPr>
              <a:t>o</a:t>
            </a:r>
            <a:r>
              <a:rPr lang="en-IN" sz="2000" spc="-10" dirty="0">
                <a:latin typeface="Cambria"/>
                <a:cs typeface="Cambria"/>
              </a:rPr>
              <a:t>w</a:t>
            </a:r>
            <a:r>
              <a:rPr lang="en-IN" sz="2000" dirty="0">
                <a:latin typeface="Cambria"/>
                <a:cs typeface="Cambria"/>
              </a:rPr>
              <a:t>n</a:t>
            </a:r>
          </a:p>
          <a:p>
            <a:pPr marL="469265" lvl="1" indent="-304165">
              <a:lnSpc>
                <a:spcPct val="100000"/>
              </a:lnSpc>
              <a:spcBef>
                <a:spcPts val="145"/>
              </a:spcBef>
              <a:buFont typeface="Cambria"/>
              <a:buChar char="•"/>
              <a:tabLst>
                <a:tab pos="469900" algn="l"/>
              </a:tabLst>
            </a:pPr>
            <a:r>
              <a:rPr lang="en-IN" sz="2000" spc="-10" dirty="0">
                <a:latin typeface="Cambria"/>
                <a:cs typeface="Cambria"/>
              </a:rPr>
              <a:t>cost</a:t>
            </a:r>
            <a:r>
              <a:rPr lang="en-IN" sz="2000" spc="-40" dirty="0">
                <a:latin typeface="Times New Roman"/>
                <a:cs typeface="Times New Roman"/>
              </a:rPr>
              <a:t> </a:t>
            </a:r>
            <a:r>
              <a:rPr lang="en-IN" sz="2000" spc="-10" dirty="0">
                <a:latin typeface="Cambria"/>
                <a:cs typeface="Cambria"/>
              </a:rPr>
              <a:t>&amp;</a:t>
            </a:r>
            <a:r>
              <a:rPr lang="en-IN" sz="2000" spc="-40" dirty="0">
                <a:latin typeface="Times New Roman"/>
                <a:cs typeface="Times New Roman"/>
              </a:rPr>
              <a:t> </a:t>
            </a:r>
            <a:r>
              <a:rPr lang="en-IN" sz="2000" spc="-10" dirty="0">
                <a:latin typeface="Cambria"/>
                <a:cs typeface="Cambria"/>
              </a:rPr>
              <a:t>e</a:t>
            </a:r>
            <a:r>
              <a:rPr lang="en-IN" sz="2000" spc="-5" dirty="0">
                <a:latin typeface="Cambria"/>
                <a:cs typeface="Cambria"/>
              </a:rPr>
              <a:t>x</a:t>
            </a:r>
            <a:r>
              <a:rPr lang="en-IN" sz="2000" dirty="0">
                <a:latin typeface="Cambria"/>
                <a:cs typeface="Cambria"/>
              </a:rPr>
              <a:t>ecuti</a:t>
            </a:r>
            <a:r>
              <a:rPr lang="en-IN" sz="2000" spc="-10" dirty="0">
                <a:latin typeface="Cambria"/>
                <a:cs typeface="Cambria"/>
              </a:rPr>
              <a:t>on</a:t>
            </a:r>
            <a:r>
              <a:rPr lang="en-IN" sz="2000" spc="-40" dirty="0">
                <a:latin typeface="Times New Roman"/>
                <a:cs typeface="Times New Roman"/>
              </a:rPr>
              <a:t> </a:t>
            </a:r>
            <a:r>
              <a:rPr lang="en-IN" sz="2000" spc="-5" dirty="0">
                <a:latin typeface="Cambria"/>
                <a:cs typeface="Cambria"/>
              </a:rPr>
              <a:t>g</a:t>
            </a:r>
            <a:r>
              <a:rPr lang="en-IN" sz="2000" spc="-10" dirty="0">
                <a:latin typeface="Cambria"/>
                <a:cs typeface="Cambria"/>
              </a:rPr>
              <a:t>ui</a:t>
            </a:r>
            <a:r>
              <a:rPr lang="en-IN" sz="2000" spc="-5" dirty="0">
                <a:latin typeface="Cambria"/>
                <a:cs typeface="Cambria"/>
              </a:rPr>
              <a:t>da</a:t>
            </a:r>
            <a:r>
              <a:rPr lang="en-IN" sz="2000" spc="-10" dirty="0">
                <a:latin typeface="Cambria"/>
                <a:cs typeface="Cambria"/>
              </a:rPr>
              <a:t>nce</a:t>
            </a:r>
            <a:endParaRPr lang="en-US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85F32FF-A1B1-944C-B5C4-2B6530F78F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9284" y="1258645"/>
            <a:ext cx="5812715" cy="4647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84954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879D8D-EDD0-084A-9B34-D22F82160E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06824"/>
            <a:ext cx="10515600" cy="5370139"/>
          </a:xfrm>
        </p:spPr>
        <p:txBody>
          <a:bodyPr/>
          <a:lstStyle/>
          <a:p>
            <a:pPr marL="196850" indent="-184150">
              <a:lnSpc>
                <a:spcPct val="100000"/>
              </a:lnSpc>
              <a:buClr>
                <a:srgbClr val="4F80BC"/>
              </a:buClr>
              <a:buFont typeface="Calibri"/>
              <a:buAutoNum type="arabicParenR" startAt="5"/>
              <a:tabLst>
                <a:tab pos="197485" algn="l"/>
              </a:tabLst>
            </a:pPr>
            <a:r>
              <a:rPr lang="en-IN" sz="2400" b="1" dirty="0">
                <a:solidFill>
                  <a:srgbClr val="4F80BC"/>
                </a:solidFill>
                <a:latin typeface="Calibri"/>
                <a:cs typeface="Calibri"/>
              </a:rPr>
              <a:t>Rich</a:t>
            </a:r>
            <a:r>
              <a:rPr lang="en-IN" sz="2400" b="1" spc="-35" dirty="0">
                <a:solidFill>
                  <a:srgbClr val="4F80BC"/>
                </a:solidFill>
                <a:latin typeface="Times New Roman"/>
                <a:cs typeface="Times New Roman"/>
              </a:rPr>
              <a:t> </a:t>
            </a:r>
            <a:r>
              <a:rPr lang="en-IN" sz="2400" b="1" spc="-10" dirty="0">
                <a:solidFill>
                  <a:srgbClr val="4F80BC"/>
                </a:solidFill>
                <a:latin typeface="Calibri"/>
                <a:cs typeface="Calibri"/>
              </a:rPr>
              <a:t>S</a:t>
            </a:r>
            <a:r>
              <a:rPr lang="en-IN" sz="2400" b="1" dirty="0">
                <a:solidFill>
                  <a:srgbClr val="4F80BC"/>
                </a:solidFill>
                <a:latin typeface="Calibri"/>
                <a:cs typeface="Calibri"/>
              </a:rPr>
              <a:t>tru</a:t>
            </a:r>
            <a:r>
              <a:rPr lang="en-IN" sz="2400" b="1" spc="-10" dirty="0">
                <a:solidFill>
                  <a:srgbClr val="4F80BC"/>
                </a:solidFill>
                <a:latin typeface="Calibri"/>
                <a:cs typeface="Calibri"/>
              </a:rPr>
              <a:t>c</a:t>
            </a:r>
            <a:r>
              <a:rPr lang="en-IN" sz="2400" b="1" dirty="0">
                <a:solidFill>
                  <a:srgbClr val="4F80BC"/>
                </a:solidFill>
                <a:latin typeface="Calibri"/>
                <a:cs typeface="Calibri"/>
              </a:rPr>
              <a:t>t</a:t>
            </a:r>
            <a:r>
              <a:rPr lang="en-IN" sz="2400" b="1" spc="-10" dirty="0">
                <a:solidFill>
                  <a:srgbClr val="4F80BC"/>
                </a:solidFill>
                <a:latin typeface="Calibri"/>
                <a:cs typeface="Calibri"/>
              </a:rPr>
              <a:t>u</a:t>
            </a:r>
            <a:r>
              <a:rPr lang="en-IN" sz="2400" b="1" dirty="0">
                <a:solidFill>
                  <a:srgbClr val="4F80BC"/>
                </a:solidFill>
                <a:latin typeface="Calibri"/>
                <a:cs typeface="Calibri"/>
              </a:rPr>
              <a:t>r</a:t>
            </a:r>
            <a:r>
              <a:rPr lang="en-IN" sz="2400" b="1" spc="-15" dirty="0">
                <a:solidFill>
                  <a:srgbClr val="4F80BC"/>
                </a:solidFill>
                <a:latin typeface="Calibri"/>
                <a:cs typeface="Calibri"/>
              </a:rPr>
              <a:t>e</a:t>
            </a:r>
            <a:r>
              <a:rPr lang="en-IN" sz="2400" b="1" dirty="0">
                <a:solidFill>
                  <a:srgbClr val="4F80BC"/>
                </a:solidFill>
                <a:latin typeface="Calibri"/>
                <a:cs typeface="Calibri"/>
              </a:rPr>
              <a:t>d</a:t>
            </a:r>
            <a:r>
              <a:rPr lang="en-IN" sz="2400" b="1" spc="-35" dirty="0">
                <a:solidFill>
                  <a:srgbClr val="4F80BC"/>
                </a:solidFill>
                <a:latin typeface="Times New Roman"/>
                <a:cs typeface="Times New Roman"/>
              </a:rPr>
              <a:t> </a:t>
            </a:r>
            <a:r>
              <a:rPr lang="en-IN" sz="2400" b="1" spc="-5" dirty="0">
                <a:solidFill>
                  <a:srgbClr val="4F80BC"/>
                </a:solidFill>
                <a:latin typeface="Calibri"/>
                <a:cs typeface="Calibri"/>
              </a:rPr>
              <a:t>C</a:t>
            </a:r>
            <a:r>
              <a:rPr lang="en-IN" sz="2400" b="1" spc="-15" dirty="0">
                <a:solidFill>
                  <a:srgbClr val="4F80BC"/>
                </a:solidFill>
                <a:latin typeface="Calibri"/>
                <a:cs typeface="Calibri"/>
              </a:rPr>
              <a:t>h</a:t>
            </a:r>
            <a:r>
              <a:rPr lang="en-IN" sz="2400" b="1" dirty="0">
                <a:solidFill>
                  <a:srgbClr val="4F80BC"/>
                </a:solidFill>
                <a:latin typeface="Calibri"/>
                <a:cs typeface="Calibri"/>
              </a:rPr>
              <a:t>at</a:t>
            </a:r>
            <a:r>
              <a:rPr lang="en-IN" sz="2400" b="1" spc="-35" dirty="0">
                <a:solidFill>
                  <a:srgbClr val="4F80BC"/>
                </a:solidFill>
                <a:latin typeface="Times New Roman"/>
                <a:cs typeface="Times New Roman"/>
              </a:rPr>
              <a:t> </a:t>
            </a:r>
            <a:r>
              <a:rPr lang="en-IN" sz="2400" b="1" dirty="0">
                <a:solidFill>
                  <a:srgbClr val="4F80BC"/>
                </a:solidFill>
                <a:latin typeface="Calibri"/>
                <a:cs typeface="Calibri"/>
              </a:rPr>
              <a:t>+</a:t>
            </a:r>
            <a:r>
              <a:rPr lang="en-IN" sz="2400" b="1" spc="-45" dirty="0">
                <a:solidFill>
                  <a:srgbClr val="4F80BC"/>
                </a:solidFill>
                <a:latin typeface="Times New Roman"/>
                <a:cs typeface="Times New Roman"/>
              </a:rPr>
              <a:t> </a:t>
            </a:r>
            <a:r>
              <a:rPr lang="en-IN" sz="2400" b="1" spc="-5" dirty="0">
                <a:solidFill>
                  <a:srgbClr val="4F80BC"/>
                </a:solidFill>
                <a:latin typeface="Calibri"/>
                <a:cs typeface="Calibri"/>
              </a:rPr>
              <a:t>Wo</a:t>
            </a:r>
            <a:r>
              <a:rPr lang="en-IN" sz="2400" b="1" dirty="0">
                <a:solidFill>
                  <a:srgbClr val="4F80BC"/>
                </a:solidFill>
                <a:latin typeface="Calibri"/>
                <a:cs typeface="Calibri"/>
              </a:rPr>
              <a:t>rk</a:t>
            </a:r>
            <a:r>
              <a:rPr lang="en-IN" sz="2400" b="1" spc="-15" dirty="0">
                <a:solidFill>
                  <a:srgbClr val="4F80BC"/>
                </a:solidFill>
                <a:latin typeface="Calibri"/>
                <a:cs typeface="Calibri"/>
              </a:rPr>
              <a:t>f</a:t>
            </a:r>
            <a:r>
              <a:rPr lang="en-IN" sz="2400" b="1" dirty="0">
                <a:solidFill>
                  <a:srgbClr val="4F80BC"/>
                </a:solidFill>
                <a:latin typeface="Calibri"/>
                <a:cs typeface="Calibri"/>
              </a:rPr>
              <a:t>low</a:t>
            </a:r>
            <a:r>
              <a:rPr lang="en-IN" sz="2400" b="1" spc="-35" dirty="0">
                <a:solidFill>
                  <a:srgbClr val="4F80BC"/>
                </a:solidFill>
                <a:latin typeface="Times New Roman"/>
                <a:cs typeface="Times New Roman"/>
              </a:rPr>
              <a:t> </a:t>
            </a:r>
            <a:r>
              <a:rPr lang="en-IN" sz="2400" b="1" spc="-10" dirty="0">
                <a:solidFill>
                  <a:srgbClr val="4F80BC"/>
                </a:solidFill>
                <a:latin typeface="Calibri"/>
                <a:cs typeface="Calibri"/>
              </a:rPr>
              <a:t>U</a:t>
            </a:r>
            <a:r>
              <a:rPr lang="en-IN" sz="2400" b="1" dirty="0">
                <a:solidFill>
                  <a:srgbClr val="4F80BC"/>
                </a:solidFill>
                <a:latin typeface="Calibri"/>
                <a:cs typeface="Calibri"/>
              </a:rPr>
              <a:t>I</a:t>
            </a:r>
            <a:endParaRPr lang="en-IN" sz="2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35"/>
              </a:spcBef>
            </a:pPr>
            <a:r>
              <a:rPr lang="en-IN" sz="2000" spc="-10" dirty="0">
                <a:latin typeface="Cambria"/>
                <a:cs typeface="Cambria"/>
              </a:rPr>
              <a:t>T</a:t>
            </a:r>
            <a:r>
              <a:rPr lang="en-IN" sz="2000" spc="-20" dirty="0">
                <a:latin typeface="Cambria"/>
                <a:cs typeface="Cambria"/>
              </a:rPr>
              <a:t>h</a:t>
            </a:r>
            <a:r>
              <a:rPr lang="en-IN" sz="2000" spc="-10" dirty="0">
                <a:latin typeface="Cambria"/>
                <a:cs typeface="Cambria"/>
              </a:rPr>
              <a:t>e</a:t>
            </a:r>
            <a:r>
              <a:rPr lang="en-IN" sz="2000" spc="-40" dirty="0">
                <a:latin typeface="Times New Roman"/>
                <a:cs typeface="Times New Roman"/>
              </a:rPr>
              <a:t> </a:t>
            </a:r>
            <a:r>
              <a:rPr lang="en-IN" sz="2000" dirty="0">
                <a:latin typeface="Cambria"/>
                <a:cs typeface="Cambria"/>
              </a:rPr>
              <a:t>chat</a:t>
            </a:r>
            <a:r>
              <a:rPr lang="en-IN" sz="2000" spc="-35" dirty="0">
                <a:latin typeface="Times New Roman"/>
                <a:cs typeface="Times New Roman"/>
              </a:rPr>
              <a:t> </a:t>
            </a:r>
            <a:r>
              <a:rPr lang="en-IN" sz="2000" dirty="0">
                <a:latin typeface="Cambria"/>
                <a:cs typeface="Cambria"/>
              </a:rPr>
              <a:t>exp</a:t>
            </a:r>
            <a:r>
              <a:rPr lang="en-IN" sz="2000" spc="-10" dirty="0">
                <a:latin typeface="Cambria"/>
                <a:cs typeface="Cambria"/>
              </a:rPr>
              <a:t>erience</a:t>
            </a:r>
            <a:r>
              <a:rPr lang="en-IN" sz="2000" spc="-40" dirty="0">
                <a:latin typeface="Times New Roman"/>
                <a:cs typeface="Times New Roman"/>
              </a:rPr>
              <a:t> </a:t>
            </a:r>
            <a:r>
              <a:rPr lang="en-IN" sz="2000" spc="-10" dirty="0">
                <a:latin typeface="Cambria"/>
                <a:cs typeface="Cambria"/>
              </a:rPr>
              <a:t>ren</a:t>
            </a:r>
            <a:r>
              <a:rPr lang="en-IN" sz="2000" spc="-5" dirty="0">
                <a:latin typeface="Cambria"/>
                <a:cs typeface="Cambria"/>
              </a:rPr>
              <a:t>d</a:t>
            </a:r>
            <a:r>
              <a:rPr lang="en-IN" sz="2000" spc="-10" dirty="0">
                <a:latin typeface="Cambria"/>
                <a:cs typeface="Cambria"/>
              </a:rPr>
              <a:t>ers</a:t>
            </a:r>
            <a:r>
              <a:rPr lang="en-IN" sz="2000" spc="-30" dirty="0">
                <a:latin typeface="Times New Roman"/>
                <a:cs typeface="Times New Roman"/>
              </a:rPr>
              <a:t> </a:t>
            </a:r>
            <a:r>
              <a:rPr lang="en-IN" sz="2000" b="1" dirty="0">
                <a:latin typeface="Cambria"/>
                <a:cs typeface="Cambria"/>
              </a:rPr>
              <a:t>s</a:t>
            </a:r>
            <a:r>
              <a:rPr lang="en-IN" sz="2000" b="1" spc="5" dirty="0">
                <a:latin typeface="Cambria"/>
                <a:cs typeface="Cambria"/>
              </a:rPr>
              <a:t>t</a:t>
            </a:r>
            <a:r>
              <a:rPr lang="en-IN" sz="2000" b="1" spc="-5" dirty="0">
                <a:latin typeface="Cambria"/>
                <a:cs typeface="Cambria"/>
              </a:rPr>
              <a:t>ru</a:t>
            </a:r>
            <a:r>
              <a:rPr lang="en-IN" sz="2000" b="1" spc="-10" dirty="0">
                <a:latin typeface="Cambria"/>
                <a:cs typeface="Cambria"/>
              </a:rPr>
              <a:t>c</a:t>
            </a:r>
            <a:r>
              <a:rPr lang="en-IN" sz="2000" b="1" dirty="0">
                <a:latin typeface="Cambria"/>
                <a:cs typeface="Cambria"/>
              </a:rPr>
              <a:t>tu</a:t>
            </a:r>
            <a:r>
              <a:rPr lang="en-IN" sz="2000" b="1" spc="-5" dirty="0">
                <a:latin typeface="Cambria"/>
                <a:cs typeface="Cambria"/>
              </a:rPr>
              <a:t>re</a:t>
            </a:r>
            <a:r>
              <a:rPr lang="en-IN" sz="2000" b="1" dirty="0">
                <a:latin typeface="Cambria"/>
                <a:cs typeface="Cambria"/>
              </a:rPr>
              <a:t>d</a:t>
            </a:r>
            <a:r>
              <a:rPr lang="en-IN" sz="2000" b="1" spc="-35" dirty="0">
                <a:latin typeface="Times New Roman"/>
                <a:cs typeface="Times New Roman"/>
              </a:rPr>
              <a:t> </a:t>
            </a:r>
            <a:r>
              <a:rPr lang="en-IN" sz="2000" b="1" spc="-10" dirty="0">
                <a:latin typeface="Cambria"/>
                <a:cs typeface="Cambria"/>
              </a:rPr>
              <a:t>AI</a:t>
            </a:r>
            <a:r>
              <a:rPr lang="en-IN" sz="2000" b="1" spc="-40" dirty="0">
                <a:latin typeface="Times New Roman"/>
                <a:cs typeface="Times New Roman"/>
              </a:rPr>
              <a:t> </a:t>
            </a:r>
            <a:r>
              <a:rPr lang="en-IN" sz="2000" b="1" spc="-5" dirty="0">
                <a:latin typeface="Cambria"/>
                <a:cs typeface="Cambria"/>
              </a:rPr>
              <a:t>o</a:t>
            </a:r>
            <a:r>
              <a:rPr lang="en-IN" sz="2000" b="1" spc="-10" dirty="0">
                <a:latin typeface="Cambria"/>
                <a:cs typeface="Cambria"/>
              </a:rPr>
              <a:t>u</a:t>
            </a:r>
            <a:r>
              <a:rPr lang="en-IN" sz="2000" b="1" dirty="0">
                <a:latin typeface="Cambria"/>
                <a:cs typeface="Cambria"/>
              </a:rPr>
              <a:t>tp</a:t>
            </a:r>
            <a:r>
              <a:rPr lang="en-IN" sz="2000" b="1" spc="-10" dirty="0">
                <a:latin typeface="Cambria"/>
                <a:cs typeface="Cambria"/>
              </a:rPr>
              <a:t>u</a:t>
            </a:r>
            <a:r>
              <a:rPr lang="en-IN" sz="2000" b="1" dirty="0">
                <a:latin typeface="Cambria"/>
                <a:cs typeface="Cambria"/>
              </a:rPr>
              <a:t>ts</a:t>
            </a:r>
            <a:r>
              <a:rPr lang="en-IN" sz="2000" dirty="0">
                <a:latin typeface="Cambria"/>
                <a:cs typeface="Cambria"/>
              </a:rPr>
              <a:t>,</a:t>
            </a:r>
            <a:r>
              <a:rPr lang="en-IN" sz="2000" spc="-35" dirty="0">
                <a:latin typeface="Times New Roman"/>
                <a:cs typeface="Times New Roman"/>
              </a:rPr>
              <a:t> </a:t>
            </a:r>
            <a:r>
              <a:rPr lang="en-IN" sz="2000" spc="-5" dirty="0">
                <a:latin typeface="Cambria"/>
                <a:cs typeface="Cambria"/>
              </a:rPr>
              <a:t>in</a:t>
            </a:r>
            <a:r>
              <a:rPr lang="en-IN" sz="2000" dirty="0">
                <a:latin typeface="Cambria"/>
                <a:cs typeface="Cambria"/>
              </a:rPr>
              <a:t>cl</a:t>
            </a:r>
            <a:r>
              <a:rPr lang="en-IN" sz="2000" spc="-20" dirty="0">
                <a:latin typeface="Cambria"/>
                <a:cs typeface="Cambria"/>
              </a:rPr>
              <a:t>u</a:t>
            </a:r>
            <a:r>
              <a:rPr lang="en-IN" sz="2000" spc="-5" dirty="0">
                <a:latin typeface="Cambria"/>
                <a:cs typeface="Cambria"/>
              </a:rPr>
              <a:t>ding:</a:t>
            </a:r>
            <a:endParaRPr lang="en-IN" sz="2000" dirty="0">
              <a:latin typeface="Cambria"/>
              <a:cs typeface="Cambria"/>
            </a:endParaRPr>
          </a:p>
          <a:p>
            <a:pPr marL="469265" lvl="1" indent="-304165">
              <a:lnSpc>
                <a:spcPct val="100000"/>
              </a:lnSpc>
              <a:spcBef>
                <a:spcPts val="865"/>
              </a:spcBef>
              <a:buFont typeface="Cambria"/>
              <a:buChar char="•"/>
              <a:tabLst>
                <a:tab pos="469900" algn="l"/>
              </a:tabLst>
            </a:pPr>
            <a:r>
              <a:rPr lang="en-IN" sz="2000" spc="-10" dirty="0">
                <a:latin typeface="Cambria"/>
                <a:cs typeface="Cambria"/>
              </a:rPr>
              <a:t>co</a:t>
            </a:r>
            <a:r>
              <a:rPr lang="en-IN" sz="2000" spc="-15" dirty="0">
                <a:latin typeface="Cambria"/>
                <a:cs typeface="Cambria"/>
              </a:rPr>
              <a:t>m</a:t>
            </a:r>
            <a:r>
              <a:rPr lang="en-IN" sz="2000" dirty="0">
                <a:latin typeface="Cambria"/>
                <a:cs typeface="Cambria"/>
              </a:rPr>
              <a:t>p</a:t>
            </a:r>
            <a:r>
              <a:rPr lang="en-IN" sz="2000" spc="-15" dirty="0">
                <a:latin typeface="Cambria"/>
                <a:cs typeface="Cambria"/>
              </a:rPr>
              <a:t>ariso</a:t>
            </a:r>
            <a:r>
              <a:rPr lang="en-IN" sz="2000" spc="-10" dirty="0">
                <a:latin typeface="Cambria"/>
                <a:cs typeface="Cambria"/>
              </a:rPr>
              <a:t>n</a:t>
            </a:r>
            <a:r>
              <a:rPr lang="en-IN" sz="2000" spc="-35" dirty="0">
                <a:latin typeface="Times New Roman"/>
                <a:cs typeface="Times New Roman"/>
              </a:rPr>
              <a:t> </a:t>
            </a:r>
            <a:r>
              <a:rPr lang="en-IN" sz="2000" spc="-5" dirty="0">
                <a:latin typeface="Cambria"/>
                <a:cs typeface="Cambria"/>
              </a:rPr>
              <a:t>t</a:t>
            </a:r>
            <a:r>
              <a:rPr lang="en-IN" sz="2000" dirty="0">
                <a:latin typeface="Cambria"/>
                <a:cs typeface="Cambria"/>
              </a:rPr>
              <a:t>ab</a:t>
            </a:r>
            <a:r>
              <a:rPr lang="en-IN" sz="2000" spc="-10" dirty="0">
                <a:latin typeface="Cambria"/>
                <a:cs typeface="Cambria"/>
              </a:rPr>
              <a:t>les</a:t>
            </a:r>
            <a:endParaRPr lang="en-IN" sz="2000" dirty="0">
              <a:latin typeface="Cambria"/>
              <a:cs typeface="Cambria"/>
            </a:endParaRPr>
          </a:p>
          <a:p>
            <a:pPr marL="469265" lvl="1" indent="-304165">
              <a:lnSpc>
                <a:spcPct val="100000"/>
              </a:lnSpc>
              <a:spcBef>
                <a:spcPts val="155"/>
              </a:spcBef>
              <a:buFont typeface="Cambria"/>
              <a:buChar char="•"/>
              <a:tabLst>
                <a:tab pos="469900" algn="l"/>
              </a:tabLst>
            </a:pPr>
            <a:r>
              <a:rPr lang="en-IN" sz="2000" dirty="0">
                <a:latin typeface="Cambria"/>
                <a:cs typeface="Cambria"/>
              </a:rPr>
              <a:t>opt</a:t>
            </a:r>
            <a:r>
              <a:rPr lang="en-IN" sz="2000" spc="-10" dirty="0">
                <a:latin typeface="Cambria"/>
                <a:cs typeface="Cambria"/>
              </a:rPr>
              <a:t>ion</a:t>
            </a:r>
            <a:r>
              <a:rPr lang="en-IN" sz="2000" spc="-40" dirty="0">
                <a:latin typeface="Times New Roman"/>
                <a:cs typeface="Times New Roman"/>
              </a:rPr>
              <a:t> </a:t>
            </a:r>
            <a:r>
              <a:rPr lang="en-IN" sz="2000" dirty="0">
                <a:latin typeface="Cambria"/>
                <a:cs typeface="Cambria"/>
              </a:rPr>
              <a:t>ca</a:t>
            </a:r>
            <a:r>
              <a:rPr lang="en-IN" sz="2000" spc="-10" dirty="0">
                <a:latin typeface="Cambria"/>
                <a:cs typeface="Cambria"/>
              </a:rPr>
              <a:t>r</a:t>
            </a:r>
            <a:r>
              <a:rPr lang="en-IN" sz="2000" spc="-5" dirty="0">
                <a:latin typeface="Cambria"/>
                <a:cs typeface="Cambria"/>
              </a:rPr>
              <a:t>d</a:t>
            </a:r>
            <a:r>
              <a:rPr lang="en-IN" sz="2000" spc="-10" dirty="0">
                <a:latin typeface="Cambria"/>
                <a:cs typeface="Cambria"/>
              </a:rPr>
              <a:t>s</a:t>
            </a:r>
            <a:r>
              <a:rPr lang="en-IN" sz="2000" spc="-40" dirty="0">
                <a:latin typeface="Times New Roman"/>
                <a:cs typeface="Times New Roman"/>
              </a:rPr>
              <a:t> </a:t>
            </a:r>
            <a:r>
              <a:rPr lang="en-IN" sz="2000" spc="-10" dirty="0">
                <a:latin typeface="Cambria"/>
                <a:cs typeface="Cambria"/>
              </a:rPr>
              <a:t>(pr</a:t>
            </a:r>
            <a:r>
              <a:rPr lang="en-IN" sz="2000" spc="-15" dirty="0">
                <a:latin typeface="Cambria"/>
                <a:cs typeface="Cambria"/>
              </a:rPr>
              <a:t>o</a:t>
            </a:r>
            <a:r>
              <a:rPr lang="en-IN" sz="2000" spc="-10" dirty="0">
                <a:latin typeface="Cambria"/>
                <a:cs typeface="Cambria"/>
              </a:rPr>
              <a:t>s</a:t>
            </a:r>
            <a:r>
              <a:rPr lang="en-IN" sz="2000" spc="-40" dirty="0">
                <a:latin typeface="Times New Roman"/>
                <a:cs typeface="Times New Roman"/>
              </a:rPr>
              <a:t> </a:t>
            </a:r>
            <a:r>
              <a:rPr lang="en-IN" sz="2000" dirty="0">
                <a:latin typeface="Cambria"/>
                <a:cs typeface="Cambria"/>
              </a:rPr>
              <a:t>/</a:t>
            </a:r>
            <a:r>
              <a:rPr lang="en-IN" sz="2000" spc="-40" dirty="0">
                <a:latin typeface="Times New Roman"/>
                <a:cs typeface="Times New Roman"/>
              </a:rPr>
              <a:t> </a:t>
            </a:r>
            <a:r>
              <a:rPr lang="en-IN" sz="2000" spc="-10" dirty="0">
                <a:latin typeface="Cambria"/>
                <a:cs typeface="Cambria"/>
              </a:rPr>
              <a:t>c</a:t>
            </a:r>
            <a:r>
              <a:rPr lang="en-IN" sz="2000" spc="-25" dirty="0">
                <a:latin typeface="Cambria"/>
                <a:cs typeface="Cambria"/>
              </a:rPr>
              <a:t>o</a:t>
            </a:r>
            <a:r>
              <a:rPr lang="en-IN" sz="2000" spc="-15" dirty="0">
                <a:latin typeface="Cambria"/>
                <a:cs typeface="Cambria"/>
              </a:rPr>
              <a:t>n</a:t>
            </a:r>
            <a:r>
              <a:rPr lang="en-IN" sz="2000" spc="-10" dirty="0">
                <a:latin typeface="Cambria"/>
                <a:cs typeface="Cambria"/>
              </a:rPr>
              <a:t>s</a:t>
            </a:r>
            <a:r>
              <a:rPr lang="en-IN" sz="2000" spc="-40" dirty="0">
                <a:latin typeface="Times New Roman"/>
                <a:cs typeface="Times New Roman"/>
              </a:rPr>
              <a:t> </a:t>
            </a:r>
            <a:r>
              <a:rPr lang="en-IN" sz="2000" dirty="0">
                <a:latin typeface="Cambria"/>
                <a:cs typeface="Cambria"/>
              </a:rPr>
              <a:t>/</a:t>
            </a:r>
            <a:r>
              <a:rPr lang="en-IN" sz="2000" spc="-40" dirty="0">
                <a:latin typeface="Times New Roman"/>
                <a:cs typeface="Times New Roman"/>
              </a:rPr>
              <a:t> </a:t>
            </a:r>
            <a:r>
              <a:rPr lang="en-IN" sz="2000" dirty="0">
                <a:latin typeface="Cambria"/>
                <a:cs typeface="Cambria"/>
              </a:rPr>
              <a:t>a</a:t>
            </a:r>
            <a:r>
              <a:rPr lang="en-IN" sz="2000" spc="-5" dirty="0">
                <a:latin typeface="Cambria"/>
                <a:cs typeface="Cambria"/>
              </a:rPr>
              <a:t>t</a:t>
            </a:r>
            <a:r>
              <a:rPr lang="en-IN" sz="2000" dirty="0">
                <a:latin typeface="Cambria"/>
                <a:cs typeface="Cambria"/>
              </a:rPr>
              <a:t>t</a:t>
            </a:r>
            <a:r>
              <a:rPr lang="en-IN" sz="2000" spc="-10" dirty="0">
                <a:latin typeface="Cambria"/>
                <a:cs typeface="Cambria"/>
              </a:rPr>
              <a:t>r</a:t>
            </a:r>
            <a:r>
              <a:rPr lang="en-IN" sz="2000" dirty="0">
                <a:latin typeface="Cambria"/>
                <a:cs typeface="Cambria"/>
              </a:rPr>
              <a:t>ib</a:t>
            </a:r>
            <a:r>
              <a:rPr lang="en-IN" sz="2000" spc="-5" dirty="0">
                <a:latin typeface="Cambria"/>
                <a:cs typeface="Cambria"/>
              </a:rPr>
              <a:t>ute</a:t>
            </a:r>
            <a:r>
              <a:rPr lang="en-IN" sz="2000" dirty="0">
                <a:latin typeface="Cambria"/>
                <a:cs typeface="Cambria"/>
              </a:rPr>
              <a:t>s</a:t>
            </a:r>
            <a:r>
              <a:rPr lang="en-IN" sz="2000" spc="-35" dirty="0">
                <a:latin typeface="Times New Roman"/>
                <a:cs typeface="Times New Roman"/>
              </a:rPr>
              <a:t> </a:t>
            </a:r>
            <a:r>
              <a:rPr lang="en-IN" sz="2000" dirty="0">
                <a:latin typeface="Cambria"/>
                <a:cs typeface="Cambria"/>
              </a:rPr>
              <a:t>/</a:t>
            </a:r>
            <a:r>
              <a:rPr lang="en-IN" sz="2000" spc="-40" dirty="0">
                <a:latin typeface="Times New Roman"/>
                <a:cs typeface="Times New Roman"/>
              </a:rPr>
              <a:t> </a:t>
            </a:r>
            <a:r>
              <a:rPr lang="en-IN" sz="2000" spc="-10" dirty="0">
                <a:latin typeface="Cambria"/>
                <a:cs typeface="Cambria"/>
              </a:rPr>
              <a:t>range</a:t>
            </a:r>
            <a:r>
              <a:rPr lang="en-IN" sz="2000" spc="-25" dirty="0">
                <a:latin typeface="Cambria"/>
                <a:cs typeface="Cambria"/>
              </a:rPr>
              <a:t>s</a:t>
            </a:r>
            <a:r>
              <a:rPr lang="en-IN" sz="2000" spc="-5" dirty="0">
                <a:latin typeface="Cambria"/>
                <a:cs typeface="Cambria"/>
              </a:rPr>
              <a:t>)</a:t>
            </a:r>
            <a:endParaRPr lang="en-IN" sz="2000" dirty="0">
              <a:latin typeface="Cambria"/>
              <a:cs typeface="Cambria"/>
            </a:endParaRPr>
          </a:p>
          <a:p>
            <a:pPr marL="469265" lvl="1" indent="-304165">
              <a:lnSpc>
                <a:spcPct val="100000"/>
              </a:lnSpc>
              <a:spcBef>
                <a:spcPts val="145"/>
              </a:spcBef>
              <a:buFont typeface="Cambria"/>
              <a:buChar char="•"/>
              <a:tabLst>
                <a:tab pos="469900" algn="l"/>
              </a:tabLst>
            </a:pPr>
            <a:r>
              <a:rPr lang="en-IN" sz="2000" spc="-5" dirty="0">
                <a:latin typeface="Cambria"/>
                <a:cs typeface="Cambria"/>
              </a:rPr>
              <a:t>f</a:t>
            </a:r>
            <a:r>
              <a:rPr lang="en-IN" sz="2000" spc="-15" dirty="0">
                <a:latin typeface="Cambria"/>
                <a:cs typeface="Cambria"/>
              </a:rPr>
              <a:t>o</a:t>
            </a:r>
            <a:r>
              <a:rPr lang="en-IN" sz="2000" spc="-5" dirty="0">
                <a:latin typeface="Cambria"/>
                <a:cs typeface="Cambria"/>
              </a:rPr>
              <a:t>llo</a:t>
            </a:r>
            <a:r>
              <a:rPr lang="en-IN" sz="2000" spc="-10" dirty="0">
                <a:latin typeface="Cambria"/>
                <a:cs typeface="Cambria"/>
              </a:rPr>
              <a:t>w</a:t>
            </a:r>
            <a:r>
              <a:rPr lang="en-IN" sz="2000" spc="5" dirty="0">
                <a:latin typeface="Cambria"/>
                <a:cs typeface="Cambria"/>
              </a:rPr>
              <a:t>-</a:t>
            </a:r>
            <a:r>
              <a:rPr lang="en-IN" sz="2000" spc="-5" dirty="0">
                <a:latin typeface="Cambria"/>
                <a:cs typeface="Cambria"/>
              </a:rPr>
              <a:t>u</a:t>
            </a:r>
            <a:r>
              <a:rPr lang="en-IN" sz="2000" dirty="0">
                <a:latin typeface="Cambria"/>
                <a:cs typeface="Cambria"/>
              </a:rPr>
              <a:t>p</a:t>
            </a:r>
            <a:r>
              <a:rPr lang="en-IN" sz="2000" spc="-40" dirty="0">
                <a:latin typeface="Times New Roman"/>
                <a:cs typeface="Times New Roman"/>
              </a:rPr>
              <a:t> </a:t>
            </a:r>
            <a:r>
              <a:rPr lang="en-IN" sz="2000" spc="5" dirty="0">
                <a:latin typeface="Cambria"/>
                <a:cs typeface="Cambria"/>
              </a:rPr>
              <a:t>p</a:t>
            </a:r>
            <a:r>
              <a:rPr lang="en-IN" sz="2000" spc="-10" dirty="0">
                <a:latin typeface="Cambria"/>
                <a:cs typeface="Cambria"/>
              </a:rPr>
              <a:t>ro</a:t>
            </a:r>
            <a:r>
              <a:rPr lang="en-IN" sz="2000" spc="-15" dirty="0">
                <a:latin typeface="Cambria"/>
                <a:cs typeface="Cambria"/>
              </a:rPr>
              <a:t>m</a:t>
            </a:r>
            <a:r>
              <a:rPr lang="en-IN" sz="2000" dirty="0">
                <a:latin typeface="Cambria"/>
                <a:cs typeface="Cambria"/>
              </a:rPr>
              <a:t>p</a:t>
            </a:r>
            <a:r>
              <a:rPr lang="en-IN" sz="2000" spc="-5" dirty="0">
                <a:latin typeface="Cambria"/>
                <a:cs typeface="Cambria"/>
              </a:rPr>
              <a:t>t</a:t>
            </a:r>
            <a:r>
              <a:rPr lang="en-IN" sz="2000" dirty="0">
                <a:latin typeface="Cambria"/>
                <a:cs typeface="Cambria"/>
              </a:rPr>
              <a:t>s</a:t>
            </a:r>
            <a:r>
              <a:rPr lang="en-IN" sz="2000" spc="-40" dirty="0">
                <a:latin typeface="Times New Roman"/>
                <a:cs typeface="Times New Roman"/>
              </a:rPr>
              <a:t> </a:t>
            </a:r>
            <a:r>
              <a:rPr lang="en-IN" sz="2000" dirty="0">
                <a:latin typeface="Cambria"/>
                <a:cs typeface="Cambria"/>
              </a:rPr>
              <a:t>a</a:t>
            </a:r>
            <a:r>
              <a:rPr lang="en-IN" sz="2000" spc="-10" dirty="0">
                <a:latin typeface="Cambria"/>
                <a:cs typeface="Cambria"/>
              </a:rPr>
              <a:t>s</a:t>
            </a:r>
            <a:r>
              <a:rPr lang="en-IN" sz="2000" spc="-40" dirty="0">
                <a:latin typeface="Times New Roman"/>
                <a:cs typeface="Times New Roman"/>
              </a:rPr>
              <a:t> </a:t>
            </a:r>
            <a:r>
              <a:rPr lang="en-IN" sz="2000" spc="-5" dirty="0">
                <a:latin typeface="Cambria"/>
                <a:cs typeface="Cambria"/>
              </a:rPr>
              <a:t>act</a:t>
            </a:r>
            <a:r>
              <a:rPr lang="en-IN" sz="2000" spc="5" dirty="0">
                <a:latin typeface="Cambria"/>
                <a:cs typeface="Cambria"/>
              </a:rPr>
              <a:t>i</a:t>
            </a:r>
            <a:r>
              <a:rPr lang="en-IN" sz="2000" spc="-10" dirty="0">
                <a:latin typeface="Cambria"/>
                <a:cs typeface="Cambria"/>
              </a:rPr>
              <a:t>on</a:t>
            </a:r>
            <a:r>
              <a:rPr lang="en-IN" sz="2000" spc="-40" dirty="0">
                <a:latin typeface="Times New Roman"/>
                <a:cs typeface="Times New Roman"/>
              </a:rPr>
              <a:t> </a:t>
            </a:r>
            <a:r>
              <a:rPr lang="en-IN" sz="2000" spc="-10" dirty="0">
                <a:latin typeface="Cambria"/>
                <a:cs typeface="Cambria"/>
              </a:rPr>
              <a:t>chips</a:t>
            </a:r>
            <a:endParaRPr lang="en-IN" sz="2000" dirty="0">
              <a:latin typeface="Cambria"/>
              <a:cs typeface="Cambria"/>
            </a:endParaRPr>
          </a:p>
          <a:p>
            <a:pPr marL="469265" lvl="1" indent="-304165">
              <a:lnSpc>
                <a:spcPct val="100000"/>
              </a:lnSpc>
              <a:spcBef>
                <a:spcPts val="140"/>
              </a:spcBef>
              <a:buFont typeface="Cambria"/>
              <a:buChar char="•"/>
              <a:tabLst>
                <a:tab pos="469900" algn="l"/>
              </a:tabLst>
            </a:pPr>
            <a:r>
              <a:rPr lang="en-IN" sz="2000" dirty="0">
                <a:latin typeface="Cambria"/>
                <a:cs typeface="Cambria"/>
              </a:rPr>
              <a:t>planning</a:t>
            </a:r>
            <a:r>
              <a:rPr lang="en-IN" sz="2000" spc="-5" dirty="0">
                <a:latin typeface="Cambria"/>
                <a:cs typeface="Cambria"/>
              </a:rPr>
              <a:t> </a:t>
            </a:r>
            <a:r>
              <a:rPr lang="en-IN" sz="2000" dirty="0">
                <a:latin typeface="Cambria"/>
                <a:cs typeface="Cambria"/>
              </a:rPr>
              <a:t>→ bud</a:t>
            </a:r>
            <a:r>
              <a:rPr lang="en-IN" sz="2000" spc="-5" dirty="0">
                <a:latin typeface="Cambria"/>
                <a:cs typeface="Cambria"/>
              </a:rPr>
              <a:t>g</a:t>
            </a:r>
            <a:r>
              <a:rPr lang="en-IN" sz="2000" dirty="0">
                <a:latin typeface="Cambria"/>
                <a:cs typeface="Cambria"/>
              </a:rPr>
              <a:t>e</a:t>
            </a:r>
            <a:r>
              <a:rPr lang="en-IN" sz="2000" spc="-10" dirty="0">
                <a:latin typeface="Cambria"/>
                <a:cs typeface="Cambria"/>
              </a:rPr>
              <a:t>t</a:t>
            </a:r>
            <a:r>
              <a:rPr lang="en-IN" sz="2000" dirty="0">
                <a:latin typeface="Cambria"/>
                <a:cs typeface="Cambria"/>
              </a:rPr>
              <a:t>ing</a:t>
            </a:r>
            <a:r>
              <a:rPr lang="en-IN" sz="2000" spc="-5" dirty="0">
                <a:latin typeface="Cambria"/>
                <a:cs typeface="Cambria"/>
              </a:rPr>
              <a:t> w</a:t>
            </a:r>
            <a:r>
              <a:rPr lang="en-IN" sz="2000" dirty="0">
                <a:latin typeface="Cambria"/>
                <a:cs typeface="Cambria"/>
              </a:rPr>
              <a:t>o</a:t>
            </a:r>
            <a:r>
              <a:rPr lang="en-IN" sz="2000" spc="-10" dirty="0">
                <a:latin typeface="Cambria"/>
                <a:cs typeface="Cambria"/>
              </a:rPr>
              <a:t>r</a:t>
            </a:r>
            <a:r>
              <a:rPr lang="en-IN" sz="2000" spc="5" dirty="0">
                <a:latin typeface="Cambria"/>
                <a:cs typeface="Cambria"/>
              </a:rPr>
              <a:t>k</a:t>
            </a:r>
            <a:r>
              <a:rPr lang="en-IN" sz="2000" dirty="0">
                <a:latin typeface="Cambria"/>
                <a:cs typeface="Cambria"/>
              </a:rPr>
              <a:t>f</a:t>
            </a:r>
            <a:r>
              <a:rPr lang="en-IN" sz="2000" spc="-5" dirty="0">
                <a:latin typeface="Cambria"/>
                <a:cs typeface="Cambria"/>
              </a:rPr>
              <a:t>l</a:t>
            </a:r>
            <a:r>
              <a:rPr lang="en-IN" sz="2000" dirty="0">
                <a:latin typeface="Cambria"/>
                <a:cs typeface="Cambria"/>
              </a:rPr>
              <a:t>ow</a:t>
            </a:r>
            <a:r>
              <a:rPr lang="en-IN" sz="2000" spc="-10" dirty="0">
                <a:latin typeface="Cambria"/>
                <a:cs typeface="Cambria"/>
              </a:rPr>
              <a:t> </a:t>
            </a:r>
            <a:r>
              <a:rPr lang="en-IN" sz="2000" spc="10" dirty="0">
                <a:latin typeface="Cambria"/>
                <a:cs typeface="Cambria"/>
              </a:rPr>
              <a:t>t</a:t>
            </a:r>
            <a:r>
              <a:rPr lang="en-IN" sz="2000" spc="-5" dirty="0">
                <a:latin typeface="Cambria"/>
                <a:cs typeface="Cambria"/>
              </a:rPr>
              <a:t>r</a:t>
            </a:r>
            <a:r>
              <a:rPr lang="en-IN" sz="2000" dirty="0">
                <a:latin typeface="Cambria"/>
                <a:cs typeface="Cambria"/>
              </a:rPr>
              <a:t>ansitions</a:t>
            </a:r>
          </a:p>
          <a:p>
            <a:pPr marL="12700">
              <a:lnSpc>
                <a:spcPct val="100000"/>
              </a:lnSpc>
              <a:spcBef>
                <a:spcPts val="865"/>
              </a:spcBef>
            </a:pPr>
            <a:r>
              <a:rPr lang="en-IN" sz="2000" spc="-10" dirty="0">
                <a:latin typeface="Cambria"/>
                <a:cs typeface="Cambria"/>
              </a:rPr>
              <a:t>Users</a:t>
            </a:r>
            <a:r>
              <a:rPr lang="en-IN" sz="2000" spc="-40" dirty="0">
                <a:latin typeface="Times New Roman"/>
                <a:cs typeface="Times New Roman"/>
              </a:rPr>
              <a:t> </a:t>
            </a:r>
            <a:r>
              <a:rPr lang="en-IN" sz="2000" spc="-10" dirty="0">
                <a:latin typeface="Cambria"/>
                <a:cs typeface="Cambria"/>
              </a:rPr>
              <a:t>can:</a:t>
            </a:r>
            <a:endParaRPr lang="en-IN" sz="2000" dirty="0">
              <a:latin typeface="Cambria"/>
              <a:cs typeface="Cambria"/>
            </a:endParaRPr>
          </a:p>
          <a:p>
            <a:pPr marL="469265" lvl="1" indent="-304165">
              <a:lnSpc>
                <a:spcPct val="100000"/>
              </a:lnSpc>
              <a:spcBef>
                <a:spcPts val="875"/>
              </a:spcBef>
              <a:buFont typeface="Cambria"/>
              <a:buChar char="•"/>
              <a:tabLst>
                <a:tab pos="469900" algn="l"/>
              </a:tabLst>
            </a:pPr>
            <a:r>
              <a:rPr lang="en-IN" sz="2000" spc="-10" dirty="0">
                <a:latin typeface="Cambria"/>
                <a:cs typeface="Cambria"/>
              </a:rPr>
              <a:t>r</a:t>
            </a:r>
            <a:r>
              <a:rPr lang="en-IN" sz="2000" spc="-5" dirty="0">
                <a:latin typeface="Cambria"/>
                <a:cs typeface="Cambria"/>
              </a:rPr>
              <a:t>efine</a:t>
            </a:r>
            <a:r>
              <a:rPr lang="en-IN" sz="2000" spc="-35" dirty="0">
                <a:latin typeface="Times New Roman"/>
                <a:cs typeface="Times New Roman"/>
              </a:rPr>
              <a:t> </a:t>
            </a:r>
            <a:r>
              <a:rPr lang="en-IN" sz="2000" spc="-5" dirty="0">
                <a:latin typeface="Cambria"/>
                <a:cs typeface="Cambria"/>
              </a:rPr>
              <a:t>decis</a:t>
            </a:r>
            <a:r>
              <a:rPr lang="en-IN" sz="2000" dirty="0">
                <a:latin typeface="Cambria"/>
                <a:cs typeface="Cambria"/>
              </a:rPr>
              <a:t>i</a:t>
            </a:r>
            <a:r>
              <a:rPr lang="en-IN" sz="2000" spc="-10" dirty="0">
                <a:latin typeface="Cambria"/>
                <a:cs typeface="Cambria"/>
              </a:rPr>
              <a:t>ons</a:t>
            </a:r>
            <a:endParaRPr lang="en-IN" sz="2000" dirty="0">
              <a:latin typeface="Cambria"/>
              <a:cs typeface="Cambria"/>
            </a:endParaRPr>
          </a:p>
          <a:p>
            <a:pPr marL="469265" lvl="1" indent="-304165">
              <a:lnSpc>
                <a:spcPct val="100000"/>
              </a:lnSpc>
              <a:spcBef>
                <a:spcPts val="145"/>
              </a:spcBef>
              <a:buFont typeface="Cambria"/>
              <a:buChar char="•"/>
              <a:tabLst>
                <a:tab pos="469900" algn="l"/>
              </a:tabLst>
            </a:pPr>
            <a:r>
              <a:rPr lang="en-IN" sz="2000" dirty="0">
                <a:latin typeface="Cambria"/>
                <a:cs typeface="Cambria"/>
              </a:rPr>
              <a:t>b</a:t>
            </a:r>
            <a:r>
              <a:rPr lang="en-IN" sz="2000" spc="-10" dirty="0">
                <a:latin typeface="Cambria"/>
                <a:cs typeface="Cambria"/>
              </a:rPr>
              <a:t>r</a:t>
            </a:r>
            <a:r>
              <a:rPr lang="en-IN" sz="2000" spc="-5" dirty="0">
                <a:latin typeface="Cambria"/>
                <a:cs typeface="Cambria"/>
              </a:rPr>
              <a:t>a</a:t>
            </a:r>
            <a:r>
              <a:rPr lang="en-IN" sz="2000" dirty="0">
                <a:latin typeface="Cambria"/>
                <a:cs typeface="Cambria"/>
              </a:rPr>
              <a:t>n</a:t>
            </a:r>
            <a:r>
              <a:rPr lang="en-IN" sz="2000" spc="-10" dirty="0">
                <a:latin typeface="Cambria"/>
                <a:cs typeface="Cambria"/>
              </a:rPr>
              <a:t>ch</a:t>
            </a:r>
            <a:r>
              <a:rPr lang="en-IN" sz="2000" spc="-40" dirty="0">
                <a:latin typeface="Times New Roman"/>
                <a:cs typeface="Times New Roman"/>
              </a:rPr>
              <a:t> </a:t>
            </a:r>
            <a:r>
              <a:rPr lang="en-IN" sz="2000" spc="-10" dirty="0">
                <a:latin typeface="Cambria"/>
                <a:cs typeface="Cambria"/>
              </a:rPr>
              <a:t>scenar</a:t>
            </a:r>
            <a:r>
              <a:rPr lang="en-IN" sz="2000" spc="-5" dirty="0">
                <a:latin typeface="Cambria"/>
                <a:cs typeface="Cambria"/>
              </a:rPr>
              <a:t>ios</a:t>
            </a:r>
            <a:endParaRPr lang="en-IN" sz="2000" dirty="0">
              <a:latin typeface="Cambria"/>
              <a:cs typeface="Cambria"/>
            </a:endParaRPr>
          </a:p>
          <a:p>
            <a:pPr marL="469265" lvl="1" indent="-304165">
              <a:lnSpc>
                <a:spcPct val="100000"/>
              </a:lnSpc>
              <a:spcBef>
                <a:spcPts val="145"/>
              </a:spcBef>
              <a:buFont typeface="Cambria"/>
              <a:buChar char="•"/>
              <a:tabLst>
                <a:tab pos="469900" algn="l"/>
              </a:tabLst>
            </a:pPr>
            <a:r>
              <a:rPr lang="en-IN" sz="2000" spc="-5" dirty="0">
                <a:latin typeface="Cambria"/>
                <a:cs typeface="Cambria"/>
              </a:rPr>
              <a:t>a</a:t>
            </a:r>
            <a:r>
              <a:rPr lang="en-IN" sz="2000" dirty="0">
                <a:latin typeface="Cambria"/>
                <a:cs typeface="Cambria"/>
              </a:rPr>
              <a:t>t</a:t>
            </a:r>
            <a:r>
              <a:rPr lang="en-IN" sz="2000" spc="-5" dirty="0">
                <a:latin typeface="Cambria"/>
                <a:cs typeface="Cambria"/>
              </a:rPr>
              <a:t>t</a:t>
            </a:r>
            <a:r>
              <a:rPr lang="en-IN" sz="2000" dirty="0">
                <a:latin typeface="Cambria"/>
                <a:cs typeface="Cambria"/>
              </a:rPr>
              <a:t>a</a:t>
            </a:r>
            <a:r>
              <a:rPr lang="en-IN" sz="2000" spc="-10" dirty="0">
                <a:latin typeface="Cambria"/>
                <a:cs typeface="Cambria"/>
              </a:rPr>
              <a:t>ch</a:t>
            </a:r>
            <a:r>
              <a:rPr lang="en-IN" sz="2000" spc="-40" dirty="0">
                <a:latin typeface="Times New Roman"/>
                <a:cs typeface="Times New Roman"/>
              </a:rPr>
              <a:t> </a:t>
            </a:r>
            <a:r>
              <a:rPr lang="en-IN" sz="2000" spc="-5" dirty="0">
                <a:latin typeface="Cambria"/>
                <a:cs typeface="Cambria"/>
              </a:rPr>
              <a:t>d</a:t>
            </a:r>
            <a:r>
              <a:rPr lang="en-IN" sz="2000" spc="-10" dirty="0">
                <a:latin typeface="Cambria"/>
                <a:cs typeface="Cambria"/>
              </a:rPr>
              <a:t>ocs</a:t>
            </a:r>
            <a:r>
              <a:rPr lang="en-IN" sz="2000" spc="-40" dirty="0">
                <a:latin typeface="Times New Roman"/>
                <a:cs typeface="Times New Roman"/>
              </a:rPr>
              <a:t> </a:t>
            </a:r>
            <a:r>
              <a:rPr lang="en-IN" sz="2000" spc="-10" dirty="0">
                <a:latin typeface="Cambria"/>
                <a:cs typeface="Cambria"/>
              </a:rPr>
              <a:t>&amp;</a:t>
            </a:r>
            <a:r>
              <a:rPr lang="en-IN" sz="2000" spc="-40" dirty="0">
                <a:latin typeface="Times New Roman"/>
                <a:cs typeface="Times New Roman"/>
              </a:rPr>
              <a:t> </a:t>
            </a:r>
            <a:r>
              <a:rPr lang="en-IN" sz="2000" dirty="0">
                <a:latin typeface="Cambria"/>
                <a:cs typeface="Cambria"/>
              </a:rPr>
              <a:t>p</a:t>
            </a:r>
            <a:r>
              <a:rPr lang="en-IN" sz="2000" spc="-5" dirty="0">
                <a:latin typeface="Cambria"/>
                <a:cs typeface="Cambria"/>
              </a:rPr>
              <a:t>l</a:t>
            </a:r>
            <a:r>
              <a:rPr lang="en-IN" sz="2000" spc="-15" dirty="0">
                <a:latin typeface="Cambria"/>
                <a:cs typeface="Cambria"/>
              </a:rPr>
              <a:t>ans</a:t>
            </a:r>
            <a:endParaRPr lang="en-IN" sz="2000" dirty="0">
              <a:latin typeface="Cambria"/>
              <a:cs typeface="Cambria"/>
            </a:endParaRPr>
          </a:p>
          <a:p>
            <a:pPr marL="469265" lvl="1" indent="-304165">
              <a:lnSpc>
                <a:spcPct val="100000"/>
              </a:lnSpc>
              <a:spcBef>
                <a:spcPts val="145"/>
              </a:spcBef>
              <a:buFont typeface="Cambria"/>
              <a:buChar char="•"/>
              <a:tabLst>
                <a:tab pos="469900" algn="l"/>
              </a:tabLst>
            </a:pPr>
            <a:r>
              <a:rPr lang="en-IN" sz="2000" spc="-10" dirty="0">
                <a:latin typeface="Cambria"/>
                <a:cs typeface="Cambria"/>
              </a:rPr>
              <a:t>m</a:t>
            </a:r>
            <a:r>
              <a:rPr lang="en-IN" sz="2000" spc="-15" dirty="0">
                <a:latin typeface="Cambria"/>
                <a:cs typeface="Cambria"/>
              </a:rPr>
              <a:t>ov</a:t>
            </a:r>
            <a:r>
              <a:rPr lang="en-IN" sz="2000" spc="-10" dirty="0">
                <a:latin typeface="Cambria"/>
                <a:cs typeface="Cambria"/>
              </a:rPr>
              <a:t>e</a:t>
            </a:r>
            <a:r>
              <a:rPr lang="en-IN" sz="2000" spc="-40" dirty="0">
                <a:latin typeface="Times New Roman"/>
                <a:cs typeface="Times New Roman"/>
              </a:rPr>
              <a:t> </a:t>
            </a:r>
            <a:r>
              <a:rPr lang="en-IN" sz="2000" dirty="0">
                <a:latin typeface="Cambria"/>
                <a:cs typeface="Cambria"/>
              </a:rPr>
              <a:t>outp</a:t>
            </a:r>
            <a:r>
              <a:rPr lang="en-IN" sz="2000" spc="-5" dirty="0">
                <a:latin typeface="Cambria"/>
                <a:cs typeface="Cambria"/>
              </a:rPr>
              <a:t>ut</a:t>
            </a:r>
            <a:r>
              <a:rPr lang="en-IN" sz="2000" dirty="0">
                <a:latin typeface="Cambria"/>
                <a:cs typeface="Cambria"/>
              </a:rPr>
              <a:t>s</a:t>
            </a:r>
            <a:r>
              <a:rPr lang="en-IN" sz="2000" spc="-40" dirty="0">
                <a:latin typeface="Times New Roman"/>
                <a:cs typeface="Times New Roman"/>
              </a:rPr>
              <a:t> </a:t>
            </a:r>
            <a:r>
              <a:rPr lang="en-IN" sz="2000" spc="-5" dirty="0">
                <a:latin typeface="Cambria"/>
                <a:cs typeface="Cambria"/>
              </a:rPr>
              <a:t>int</a:t>
            </a:r>
            <a:r>
              <a:rPr lang="en-IN" sz="2000" dirty="0">
                <a:latin typeface="Cambria"/>
                <a:cs typeface="Cambria"/>
              </a:rPr>
              <a:t>o</a:t>
            </a:r>
            <a:r>
              <a:rPr lang="en-IN" sz="2000" spc="-40" dirty="0">
                <a:latin typeface="Times New Roman"/>
                <a:cs typeface="Times New Roman"/>
              </a:rPr>
              <a:t> </a:t>
            </a:r>
            <a:r>
              <a:rPr lang="en-IN" sz="2000" dirty="0">
                <a:latin typeface="Cambria"/>
                <a:cs typeface="Cambria"/>
              </a:rPr>
              <a:t>b</a:t>
            </a:r>
            <a:r>
              <a:rPr lang="en-IN" sz="2000" spc="-15" dirty="0">
                <a:latin typeface="Cambria"/>
                <a:cs typeface="Cambria"/>
              </a:rPr>
              <a:t>u</a:t>
            </a:r>
            <a:r>
              <a:rPr lang="en-IN" sz="2000" spc="-10" dirty="0">
                <a:latin typeface="Cambria"/>
                <a:cs typeface="Cambria"/>
              </a:rPr>
              <a:t>d</a:t>
            </a:r>
            <a:r>
              <a:rPr lang="en-IN" sz="2000" spc="-5" dirty="0">
                <a:latin typeface="Cambria"/>
                <a:cs typeface="Cambria"/>
              </a:rPr>
              <a:t>g</a:t>
            </a:r>
            <a:r>
              <a:rPr lang="en-IN" sz="2000" dirty="0">
                <a:latin typeface="Cambria"/>
                <a:cs typeface="Cambria"/>
              </a:rPr>
              <a:t>et</a:t>
            </a:r>
            <a:r>
              <a:rPr lang="en-IN" sz="2000" spc="-5" dirty="0">
                <a:latin typeface="Cambria"/>
                <a:cs typeface="Cambria"/>
              </a:rPr>
              <a:t>in</a:t>
            </a:r>
            <a:r>
              <a:rPr lang="en-IN" sz="2000" dirty="0">
                <a:latin typeface="Cambria"/>
                <a:cs typeface="Cambria"/>
              </a:rPr>
              <a:t>g</a:t>
            </a:r>
          </a:p>
          <a:p>
            <a:pPr marL="12700">
              <a:lnSpc>
                <a:spcPct val="100000"/>
              </a:lnSpc>
              <a:spcBef>
                <a:spcPts val="875"/>
              </a:spcBef>
            </a:pPr>
            <a:r>
              <a:rPr lang="en-IN" sz="2000" spc="-5" dirty="0">
                <a:latin typeface="Cambria"/>
                <a:cs typeface="Cambria"/>
              </a:rPr>
              <a:t>Buil</a:t>
            </a:r>
            <a:r>
              <a:rPr lang="en-IN" sz="2000" dirty="0">
                <a:latin typeface="Cambria"/>
                <a:cs typeface="Cambria"/>
              </a:rPr>
              <a:t>d</a:t>
            </a:r>
            <a:r>
              <a:rPr lang="en-IN" sz="2000" spc="-15" dirty="0">
                <a:latin typeface="Cambria"/>
                <a:cs typeface="Cambria"/>
              </a:rPr>
              <a:t>Wis</a:t>
            </a:r>
            <a:r>
              <a:rPr lang="en-IN" sz="2000" spc="-10" dirty="0">
                <a:latin typeface="Cambria"/>
                <a:cs typeface="Cambria"/>
              </a:rPr>
              <a:t>e</a:t>
            </a:r>
            <a:r>
              <a:rPr lang="en-IN" sz="2000" spc="-35" dirty="0">
                <a:latin typeface="Times New Roman"/>
                <a:cs typeface="Times New Roman"/>
              </a:rPr>
              <a:t> </a:t>
            </a:r>
            <a:r>
              <a:rPr lang="en-IN" sz="2000" spc="-10" dirty="0">
                <a:latin typeface="Cambria"/>
                <a:cs typeface="Cambria"/>
              </a:rPr>
              <a:t>f</a:t>
            </a:r>
            <a:r>
              <a:rPr lang="en-IN" sz="2000" spc="-5" dirty="0">
                <a:latin typeface="Cambria"/>
                <a:cs typeface="Cambria"/>
              </a:rPr>
              <a:t>unct</a:t>
            </a:r>
            <a:r>
              <a:rPr lang="en-IN" sz="2000" dirty="0">
                <a:latin typeface="Cambria"/>
                <a:cs typeface="Cambria"/>
              </a:rPr>
              <a:t>i</a:t>
            </a:r>
            <a:r>
              <a:rPr lang="en-IN" sz="2000" spc="-10" dirty="0">
                <a:latin typeface="Cambria"/>
                <a:cs typeface="Cambria"/>
              </a:rPr>
              <a:t>ons</a:t>
            </a:r>
            <a:r>
              <a:rPr lang="en-IN" sz="2000" spc="-40" dirty="0">
                <a:latin typeface="Times New Roman"/>
                <a:cs typeface="Times New Roman"/>
              </a:rPr>
              <a:t> </a:t>
            </a:r>
            <a:r>
              <a:rPr lang="en-IN" sz="2000" spc="-15" dirty="0">
                <a:latin typeface="Cambria"/>
                <a:cs typeface="Cambria"/>
              </a:rPr>
              <a:t>a</a:t>
            </a:r>
            <a:r>
              <a:rPr lang="en-IN" sz="2000" spc="-10" dirty="0">
                <a:latin typeface="Cambria"/>
                <a:cs typeface="Cambria"/>
              </a:rPr>
              <a:t>s</a:t>
            </a:r>
            <a:r>
              <a:rPr lang="en-IN" sz="2000" spc="-45" dirty="0">
                <a:latin typeface="Times New Roman"/>
                <a:cs typeface="Times New Roman"/>
              </a:rPr>
              <a:t> </a:t>
            </a:r>
            <a:r>
              <a:rPr lang="en-IN" sz="2000" spc="-10" dirty="0">
                <a:latin typeface="Cambria"/>
                <a:cs typeface="Cambria"/>
              </a:rPr>
              <a:t>a:</a:t>
            </a:r>
            <a:endParaRPr lang="en-IN" sz="2000" dirty="0">
              <a:latin typeface="Cambria"/>
              <a:cs typeface="Cambria"/>
            </a:endParaRPr>
          </a:p>
          <a:p>
            <a:pPr marL="317500" marR="5080">
              <a:lnSpc>
                <a:spcPts val="1400"/>
              </a:lnSpc>
              <a:spcBef>
                <a:spcPts val="945"/>
              </a:spcBef>
            </a:pPr>
            <a:r>
              <a:rPr lang="en-IN" sz="2000" b="1" spc="-15" dirty="0">
                <a:latin typeface="Cambria"/>
                <a:cs typeface="Cambria"/>
              </a:rPr>
              <a:t>P</a:t>
            </a:r>
            <a:r>
              <a:rPr lang="en-IN" sz="2000" b="1" spc="-5" dirty="0">
                <a:latin typeface="Cambria"/>
                <a:cs typeface="Cambria"/>
              </a:rPr>
              <a:t>l</a:t>
            </a:r>
            <a:r>
              <a:rPr lang="en-IN" sz="2000" b="1" spc="5" dirty="0">
                <a:latin typeface="Cambria"/>
                <a:cs typeface="Cambria"/>
              </a:rPr>
              <a:t>a</a:t>
            </a:r>
            <a:r>
              <a:rPr lang="en-IN" sz="2000" b="1" spc="-15" dirty="0">
                <a:latin typeface="Cambria"/>
                <a:cs typeface="Cambria"/>
              </a:rPr>
              <a:t>nn</a:t>
            </a:r>
            <a:r>
              <a:rPr lang="en-IN" sz="2000" b="1" spc="-10" dirty="0">
                <a:latin typeface="Cambria"/>
                <a:cs typeface="Cambria"/>
              </a:rPr>
              <a:t>i</a:t>
            </a:r>
            <a:r>
              <a:rPr lang="en-IN" sz="2000" b="1" spc="-15" dirty="0">
                <a:latin typeface="Cambria"/>
                <a:cs typeface="Cambria"/>
              </a:rPr>
              <a:t>n</a:t>
            </a:r>
            <a:r>
              <a:rPr lang="en-IN" sz="2000" b="1" dirty="0">
                <a:latin typeface="Cambria"/>
                <a:cs typeface="Cambria"/>
              </a:rPr>
              <a:t>g</a:t>
            </a:r>
            <a:r>
              <a:rPr lang="en-IN" sz="2000" b="1" spc="-40" dirty="0">
                <a:latin typeface="Times New Roman"/>
                <a:cs typeface="Times New Roman"/>
              </a:rPr>
              <a:t> </a:t>
            </a:r>
            <a:r>
              <a:rPr lang="en-IN" sz="2000" b="1" dirty="0">
                <a:latin typeface="Cambria"/>
                <a:cs typeface="Cambria"/>
              </a:rPr>
              <a:t>+</a:t>
            </a:r>
            <a:r>
              <a:rPr lang="en-IN" sz="2000" b="1" spc="-30" dirty="0">
                <a:latin typeface="Times New Roman"/>
                <a:cs typeface="Times New Roman"/>
              </a:rPr>
              <a:t> </a:t>
            </a:r>
            <a:r>
              <a:rPr lang="en-IN" sz="2000" b="1" spc="-10" dirty="0">
                <a:latin typeface="Cambria"/>
                <a:cs typeface="Cambria"/>
              </a:rPr>
              <a:t>K</a:t>
            </a:r>
            <a:r>
              <a:rPr lang="en-IN" sz="2000" b="1" spc="-20" dirty="0">
                <a:latin typeface="Cambria"/>
                <a:cs typeface="Cambria"/>
              </a:rPr>
              <a:t>n</a:t>
            </a:r>
            <a:r>
              <a:rPr lang="en-IN" sz="2000" b="1" spc="-5" dirty="0">
                <a:latin typeface="Cambria"/>
                <a:cs typeface="Cambria"/>
              </a:rPr>
              <a:t>o</a:t>
            </a:r>
            <a:r>
              <a:rPr lang="en-IN" sz="2000" b="1" dirty="0">
                <a:latin typeface="Cambria"/>
                <a:cs typeface="Cambria"/>
              </a:rPr>
              <a:t>w</a:t>
            </a:r>
            <a:r>
              <a:rPr lang="en-IN" sz="2000" b="1" spc="-5" dirty="0">
                <a:latin typeface="Cambria"/>
                <a:cs typeface="Cambria"/>
              </a:rPr>
              <a:t>le</a:t>
            </a:r>
            <a:r>
              <a:rPr lang="en-IN" sz="2000" b="1" dirty="0">
                <a:latin typeface="Cambria"/>
                <a:cs typeface="Cambria"/>
              </a:rPr>
              <a:t>d</a:t>
            </a:r>
            <a:r>
              <a:rPr lang="en-IN" sz="2000" b="1" spc="-10" dirty="0">
                <a:latin typeface="Cambria"/>
                <a:cs typeface="Cambria"/>
              </a:rPr>
              <a:t>ge</a:t>
            </a:r>
            <a:r>
              <a:rPr lang="en-IN" sz="2000" b="1" spc="-40" dirty="0">
                <a:latin typeface="Times New Roman"/>
                <a:cs typeface="Times New Roman"/>
              </a:rPr>
              <a:t> </a:t>
            </a:r>
            <a:r>
              <a:rPr lang="en-IN" sz="2000" b="1" dirty="0">
                <a:latin typeface="Cambria"/>
                <a:cs typeface="Cambria"/>
              </a:rPr>
              <a:t>+</a:t>
            </a:r>
            <a:r>
              <a:rPr lang="en-IN" sz="2000" b="1" spc="-40" dirty="0">
                <a:latin typeface="Times New Roman"/>
                <a:cs typeface="Times New Roman"/>
              </a:rPr>
              <a:t> </a:t>
            </a:r>
            <a:r>
              <a:rPr lang="en-IN" sz="2000" b="1" spc="-5" dirty="0">
                <a:latin typeface="Cambria"/>
                <a:cs typeface="Cambria"/>
              </a:rPr>
              <a:t>S</a:t>
            </a:r>
            <a:r>
              <a:rPr lang="en-IN" sz="2000" b="1" dirty="0">
                <a:latin typeface="Cambria"/>
                <a:cs typeface="Cambria"/>
              </a:rPr>
              <a:t>t</a:t>
            </a:r>
            <a:r>
              <a:rPr lang="en-IN" sz="2000" b="1" spc="-5" dirty="0">
                <a:latin typeface="Cambria"/>
                <a:cs typeface="Cambria"/>
              </a:rPr>
              <a:t>ru</a:t>
            </a:r>
            <a:r>
              <a:rPr lang="en-IN" sz="2000" b="1" dirty="0">
                <a:latin typeface="Cambria"/>
                <a:cs typeface="Cambria"/>
              </a:rPr>
              <a:t>ctu</a:t>
            </a:r>
            <a:r>
              <a:rPr lang="en-IN" sz="2000" b="1" spc="-5" dirty="0">
                <a:latin typeface="Cambria"/>
                <a:cs typeface="Cambria"/>
              </a:rPr>
              <a:t>re</a:t>
            </a:r>
            <a:r>
              <a:rPr lang="en-IN" sz="2000" b="1" dirty="0">
                <a:latin typeface="Cambria"/>
                <a:cs typeface="Cambria"/>
              </a:rPr>
              <a:t>d</a:t>
            </a:r>
            <a:r>
              <a:rPr lang="en-IN" sz="2000" b="1" spc="-35" dirty="0">
                <a:latin typeface="Times New Roman"/>
                <a:cs typeface="Times New Roman"/>
              </a:rPr>
              <a:t> </a:t>
            </a:r>
            <a:r>
              <a:rPr lang="en-IN" sz="2000" b="1" spc="-15" dirty="0">
                <a:latin typeface="Cambria"/>
                <a:cs typeface="Cambria"/>
              </a:rPr>
              <a:t>D</a:t>
            </a:r>
            <a:r>
              <a:rPr lang="en-IN" sz="2000" b="1" spc="-10" dirty="0">
                <a:latin typeface="Cambria"/>
                <a:cs typeface="Cambria"/>
              </a:rPr>
              <a:t>ec</a:t>
            </a:r>
            <a:r>
              <a:rPr lang="en-IN" sz="2000" b="1" spc="-15" dirty="0">
                <a:latin typeface="Cambria"/>
                <a:cs typeface="Cambria"/>
              </a:rPr>
              <a:t>i</a:t>
            </a:r>
            <a:r>
              <a:rPr lang="en-IN" sz="2000" b="1" dirty="0">
                <a:latin typeface="Cambria"/>
                <a:cs typeface="Cambria"/>
              </a:rPr>
              <a:t>s</a:t>
            </a:r>
            <a:r>
              <a:rPr lang="en-IN" sz="2000" b="1" spc="-5" dirty="0">
                <a:latin typeface="Cambria"/>
                <a:cs typeface="Cambria"/>
              </a:rPr>
              <a:t>i</a:t>
            </a:r>
            <a:r>
              <a:rPr lang="en-IN" sz="2000" b="1" spc="-15" dirty="0">
                <a:latin typeface="Cambria"/>
                <a:cs typeface="Cambria"/>
              </a:rPr>
              <a:t>o</a:t>
            </a:r>
            <a:r>
              <a:rPr lang="en-IN" sz="2000" b="1" spc="-10" dirty="0">
                <a:latin typeface="Cambria"/>
                <a:cs typeface="Cambria"/>
              </a:rPr>
              <a:t>n</a:t>
            </a:r>
            <a:r>
              <a:rPr lang="en-IN" sz="2000" b="1" spc="-35" dirty="0">
                <a:latin typeface="Times New Roman"/>
                <a:cs typeface="Times New Roman"/>
              </a:rPr>
              <a:t> </a:t>
            </a:r>
            <a:r>
              <a:rPr lang="en-IN" sz="2000" b="1" spc="-20" dirty="0">
                <a:latin typeface="Cambria"/>
                <a:cs typeface="Cambria"/>
              </a:rPr>
              <a:t>A</a:t>
            </a:r>
            <a:r>
              <a:rPr lang="en-IN" sz="2000" b="1" spc="-5" dirty="0">
                <a:latin typeface="Cambria"/>
                <a:cs typeface="Cambria"/>
              </a:rPr>
              <a:t>I</a:t>
            </a:r>
            <a:r>
              <a:rPr lang="en-IN" sz="2000" b="1" spc="-40" dirty="0">
                <a:latin typeface="Times New Roman"/>
                <a:cs typeface="Times New Roman"/>
              </a:rPr>
              <a:t> </a:t>
            </a:r>
            <a:r>
              <a:rPr lang="en-IN" sz="2000" b="1" spc="-5" dirty="0">
                <a:latin typeface="Cambria"/>
                <a:cs typeface="Cambria"/>
              </a:rPr>
              <a:t>l</a:t>
            </a:r>
            <a:r>
              <a:rPr lang="en-IN" sz="2000" b="1" spc="5" dirty="0">
                <a:latin typeface="Cambria"/>
                <a:cs typeface="Cambria"/>
              </a:rPr>
              <a:t>a</a:t>
            </a:r>
            <a:r>
              <a:rPr lang="en-IN" sz="2000" b="1" spc="-10" dirty="0">
                <a:latin typeface="Cambria"/>
                <a:cs typeface="Cambria"/>
              </a:rPr>
              <a:t>yer</a:t>
            </a:r>
            <a:r>
              <a:rPr lang="en-IN" sz="2000" b="1" spc="-45" dirty="0">
                <a:latin typeface="Times New Roman"/>
                <a:cs typeface="Times New Roman"/>
              </a:rPr>
              <a:t> </a:t>
            </a:r>
            <a:r>
              <a:rPr lang="en-IN" sz="2000" b="1" dirty="0">
                <a:latin typeface="Cambria"/>
                <a:cs typeface="Cambria"/>
              </a:rPr>
              <a:t>f</a:t>
            </a:r>
            <a:r>
              <a:rPr lang="en-IN" sz="2000" b="1" spc="-5" dirty="0">
                <a:latin typeface="Cambria"/>
                <a:cs typeface="Cambria"/>
              </a:rPr>
              <a:t>o</a:t>
            </a:r>
            <a:r>
              <a:rPr lang="en-IN" sz="2000" b="1" dirty="0">
                <a:latin typeface="Cambria"/>
                <a:cs typeface="Cambria"/>
              </a:rPr>
              <a:t>r</a:t>
            </a:r>
            <a:r>
              <a:rPr lang="en-IN" sz="2000" b="1" spc="-40" dirty="0">
                <a:latin typeface="Times New Roman"/>
                <a:cs typeface="Times New Roman"/>
              </a:rPr>
              <a:t> </a:t>
            </a:r>
            <a:r>
              <a:rPr lang="en-IN" sz="2000" b="1" spc="-10" dirty="0">
                <a:latin typeface="Cambria"/>
                <a:cs typeface="Cambria"/>
              </a:rPr>
              <a:t>const</a:t>
            </a:r>
            <a:r>
              <a:rPr lang="en-IN" sz="2000" b="1" spc="-5" dirty="0">
                <a:latin typeface="Cambria"/>
                <a:cs typeface="Cambria"/>
              </a:rPr>
              <a:t>ru</a:t>
            </a:r>
            <a:r>
              <a:rPr lang="en-IN" sz="2000" b="1" spc="-10" dirty="0">
                <a:latin typeface="Cambria"/>
                <a:cs typeface="Cambria"/>
              </a:rPr>
              <a:t>c</a:t>
            </a:r>
            <a:r>
              <a:rPr lang="en-IN" sz="2000" b="1" dirty="0">
                <a:latin typeface="Cambria"/>
                <a:cs typeface="Cambria"/>
              </a:rPr>
              <a:t>t</a:t>
            </a:r>
            <a:r>
              <a:rPr lang="en-IN" sz="2000" b="1" spc="-10" dirty="0">
                <a:latin typeface="Cambria"/>
                <a:cs typeface="Cambria"/>
              </a:rPr>
              <a:t>i</a:t>
            </a:r>
            <a:r>
              <a:rPr lang="en-IN" sz="2000" b="1" spc="-15" dirty="0">
                <a:latin typeface="Cambria"/>
                <a:cs typeface="Cambria"/>
              </a:rPr>
              <a:t>on</a:t>
            </a:r>
            <a:r>
              <a:rPr lang="en-IN" sz="2000" b="1" spc="-10" dirty="0">
                <a:latin typeface="Times New Roman"/>
                <a:cs typeface="Times New Roman"/>
              </a:rPr>
              <a:t> </a:t>
            </a:r>
            <a:r>
              <a:rPr lang="en-IN" sz="2000" b="1" spc="-5" dirty="0">
                <a:latin typeface="Cambria"/>
                <a:cs typeface="Cambria"/>
              </a:rPr>
              <a:t>w</a:t>
            </a:r>
            <a:r>
              <a:rPr lang="en-IN" sz="2000" b="1" dirty="0">
                <a:latin typeface="Cambria"/>
                <a:cs typeface="Cambria"/>
              </a:rPr>
              <a:t>o</a:t>
            </a:r>
            <a:r>
              <a:rPr lang="en-IN" sz="2000" b="1" spc="-5" dirty="0">
                <a:latin typeface="Cambria"/>
                <a:cs typeface="Cambria"/>
              </a:rPr>
              <a:t>rkf</a:t>
            </a:r>
            <a:r>
              <a:rPr lang="en-IN" sz="2000" b="1" dirty="0">
                <a:latin typeface="Cambria"/>
                <a:cs typeface="Cambria"/>
              </a:rPr>
              <a:t>l</a:t>
            </a:r>
            <a:r>
              <a:rPr lang="en-IN" sz="2000" b="1" spc="-5" dirty="0">
                <a:latin typeface="Cambria"/>
                <a:cs typeface="Cambria"/>
              </a:rPr>
              <a:t>o</a:t>
            </a:r>
            <a:r>
              <a:rPr lang="en-IN" sz="2000" b="1" dirty="0">
                <a:latin typeface="Cambria"/>
                <a:cs typeface="Cambria"/>
              </a:rPr>
              <a:t>w</a:t>
            </a:r>
            <a:r>
              <a:rPr lang="en-IN" sz="2000" b="1" spc="-10" dirty="0">
                <a:latin typeface="Cambria"/>
                <a:cs typeface="Cambria"/>
              </a:rPr>
              <a:t>s</a:t>
            </a:r>
            <a:endParaRPr lang="en-IN" sz="2000" dirty="0">
              <a:latin typeface="Cambria"/>
              <a:cs typeface="Cambria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8583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410D478-F619-1242-BA14-110E4C0ECF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31838"/>
            <a:ext cx="10515600" cy="5445125"/>
          </a:xfrm>
        </p:spPr>
        <p:txBody>
          <a:bodyPr/>
          <a:lstStyle/>
          <a:p>
            <a:pPr marL="12700" marR="5080">
              <a:lnSpc>
                <a:spcPct val="101899"/>
              </a:lnSpc>
            </a:pPr>
            <a:r>
              <a:rPr lang="en-IN" sz="2400" b="1" spc="-10" dirty="0">
                <a:solidFill>
                  <a:srgbClr val="4F80BC"/>
                </a:solidFill>
                <a:latin typeface="Calibri"/>
                <a:cs typeface="Calibri"/>
              </a:rPr>
              <a:t>Ne</a:t>
            </a:r>
            <a:r>
              <a:rPr lang="en-IN" sz="2400" b="1" spc="-15" dirty="0">
                <a:solidFill>
                  <a:srgbClr val="4F80BC"/>
                </a:solidFill>
                <a:latin typeface="Calibri"/>
                <a:cs typeface="Calibri"/>
              </a:rPr>
              <a:t>xsen</a:t>
            </a:r>
            <a:r>
              <a:rPr lang="en-IN" sz="2400" b="1" spc="-10" dirty="0">
                <a:solidFill>
                  <a:srgbClr val="4F80BC"/>
                </a:solidFill>
                <a:latin typeface="Calibri"/>
                <a:cs typeface="Calibri"/>
              </a:rPr>
              <a:t>se</a:t>
            </a:r>
            <a:r>
              <a:rPr lang="en-IN" sz="2400" b="1" spc="-30" dirty="0">
                <a:solidFill>
                  <a:srgbClr val="4F80BC"/>
                </a:solidFill>
                <a:latin typeface="Times New Roman"/>
                <a:cs typeface="Times New Roman"/>
              </a:rPr>
              <a:t> </a:t>
            </a:r>
            <a:r>
              <a:rPr lang="en-IN" sz="2400" b="1" spc="-15" dirty="0">
                <a:solidFill>
                  <a:srgbClr val="4F80BC"/>
                </a:solidFill>
                <a:latin typeface="Calibri"/>
                <a:cs typeface="Calibri"/>
              </a:rPr>
              <a:t>—</a:t>
            </a:r>
            <a:r>
              <a:rPr lang="en-IN" sz="2400" b="1" spc="-10" dirty="0">
                <a:solidFill>
                  <a:srgbClr val="4F80BC"/>
                </a:solidFill>
                <a:latin typeface="Calibri"/>
                <a:cs typeface="Calibri"/>
              </a:rPr>
              <a:t> </a:t>
            </a:r>
            <a:r>
              <a:rPr lang="en-IN" sz="2400" b="1" dirty="0">
                <a:solidFill>
                  <a:srgbClr val="4F80BC"/>
                </a:solidFill>
                <a:latin typeface="Calibri"/>
                <a:cs typeface="Calibri"/>
              </a:rPr>
              <a:t>S</a:t>
            </a:r>
            <a:r>
              <a:rPr lang="en-IN" sz="2400" b="1" spc="-15" dirty="0">
                <a:solidFill>
                  <a:srgbClr val="4F80BC"/>
                </a:solidFill>
                <a:latin typeface="Calibri"/>
                <a:cs typeface="Calibri"/>
              </a:rPr>
              <a:t>mar</a:t>
            </a:r>
            <a:r>
              <a:rPr lang="en-IN" sz="2400" b="1" spc="-10" dirty="0">
                <a:solidFill>
                  <a:srgbClr val="4F80BC"/>
                </a:solidFill>
                <a:latin typeface="Calibri"/>
                <a:cs typeface="Calibri"/>
              </a:rPr>
              <a:t>t-</a:t>
            </a:r>
            <a:r>
              <a:rPr lang="en-IN" sz="2400" b="1" spc="-15" dirty="0">
                <a:solidFill>
                  <a:srgbClr val="4F80BC"/>
                </a:solidFill>
                <a:latin typeface="Calibri"/>
                <a:cs typeface="Calibri"/>
              </a:rPr>
              <a:t>Cit</a:t>
            </a:r>
            <a:r>
              <a:rPr lang="en-IN" sz="2400" b="1" spc="-10" dirty="0">
                <a:solidFill>
                  <a:srgbClr val="4F80BC"/>
                </a:solidFill>
                <a:latin typeface="Calibri"/>
                <a:cs typeface="Calibri"/>
              </a:rPr>
              <a:t>y</a:t>
            </a:r>
            <a:r>
              <a:rPr lang="en-IN" sz="2400" b="1" spc="-30" dirty="0">
                <a:solidFill>
                  <a:srgbClr val="4F80BC"/>
                </a:solidFill>
                <a:latin typeface="Times New Roman"/>
                <a:cs typeface="Times New Roman"/>
              </a:rPr>
              <a:t> </a:t>
            </a:r>
            <a:r>
              <a:rPr lang="en-IN" sz="2400" b="1" spc="-15" dirty="0">
                <a:solidFill>
                  <a:srgbClr val="4F80BC"/>
                </a:solidFill>
                <a:latin typeface="Calibri"/>
                <a:cs typeface="Calibri"/>
              </a:rPr>
              <a:t>D</a:t>
            </a:r>
            <a:r>
              <a:rPr lang="en-IN" sz="2400" b="1" spc="-5" dirty="0">
                <a:solidFill>
                  <a:srgbClr val="4F80BC"/>
                </a:solidFill>
                <a:latin typeface="Calibri"/>
                <a:cs typeface="Calibri"/>
              </a:rPr>
              <a:t>i</a:t>
            </a:r>
            <a:r>
              <a:rPr lang="en-IN" sz="2400" b="1" spc="-15" dirty="0">
                <a:solidFill>
                  <a:srgbClr val="4F80BC"/>
                </a:solidFill>
                <a:latin typeface="Calibri"/>
                <a:cs typeface="Calibri"/>
              </a:rPr>
              <a:t>gita</a:t>
            </a:r>
            <a:r>
              <a:rPr lang="en-IN" sz="2400" b="1" spc="-5" dirty="0">
                <a:solidFill>
                  <a:srgbClr val="4F80BC"/>
                </a:solidFill>
                <a:latin typeface="Calibri"/>
                <a:cs typeface="Calibri"/>
              </a:rPr>
              <a:t>l</a:t>
            </a:r>
            <a:r>
              <a:rPr lang="en-IN" sz="2400" b="1" spc="-30" dirty="0">
                <a:solidFill>
                  <a:srgbClr val="4F80BC"/>
                </a:solidFill>
                <a:latin typeface="Times New Roman"/>
                <a:cs typeface="Times New Roman"/>
              </a:rPr>
              <a:t> </a:t>
            </a:r>
            <a:r>
              <a:rPr lang="en-IN" sz="2400" b="1" spc="-15" dirty="0">
                <a:solidFill>
                  <a:srgbClr val="4F80BC"/>
                </a:solidFill>
                <a:latin typeface="Calibri"/>
                <a:cs typeface="Calibri"/>
              </a:rPr>
              <a:t>Twi</a:t>
            </a:r>
            <a:r>
              <a:rPr lang="en-IN" sz="2400" b="1" spc="-10" dirty="0">
                <a:solidFill>
                  <a:srgbClr val="4F80BC"/>
                </a:solidFill>
                <a:latin typeface="Calibri"/>
                <a:cs typeface="Calibri"/>
              </a:rPr>
              <a:t>n</a:t>
            </a:r>
            <a:r>
              <a:rPr lang="en-IN" sz="2400" b="1" spc="-40" dirty="0">
                <a:solidFill>
                  <a:srgbClr val="4F80BC"/>
                </a:solidFill>
                <a:latin typeface="Times New Roman"/>
                <a:cs typeface="Times New Roman"/>
              </a:rPr>
              <a:t> </a:t>
            </a:r>
            <a:r>
              <a:rPr lang="en-IN" sz="2400" b="1" spc="-15" dirty="0">
                <a:solidFill>
                  <a:srgbClr val="4F80BC"/>
                </a:solidFill>
                <a:latin typeface="Calibri"/>
                <a:cs typeface="Calibri"/>
              </a:rPr>
              <a:t>&amp;</a:t>
            </a:r>
            <a:r>
              <a:rPr lang="en-IN" sz="2400" b="1" spc="-40" dirty="0">
                <a:solidFill>
                  <a:srgbClr val="4F80BC"/>
                </a:solidFill>
                <a:latin typeface="Times New Roman"/>
                <a:cs typeface="Times New Roman"/>
              </a:rPr>
              <a:t> </a:t>
            </a:r>
            <a:r>
              <a:rPr lang="en-IN" sz="2400" b="1" spc="-15" dirty="0">
                <a:solidFill>
                  <a:srgbClr val="4F80BC"/>
                </a:solidFill>
                <a:latin typeface="Calibri"/>
                <a:cs typeface="Calibri"/>
              </a:rPr>
              <a:t>V</a:t>
            </a:r>
            <a:r>
              <a:rPr lang="en-IN" sz="2400" b="1" dirty="0">
                <a:solidFill>
                  <a:srgbClr val="4F80BC"/>
                </a:solidFill>
                <a:latin typeface="Calibri"/>
                <a:cs typeface="Calibri"/>
              </a:rPr>
              <a:t>i</a:t>
            </a:r>
            <a:r>
              <a:rPr lang="en-IN" sz="2400" b="1" spc="-10" dirty="0">
                <a:solidFill>
                  <a:srgbClr val="4F80BC"/>
                </a:solidFill>
                <a:latin typeface="Calibri"/>
                <a:cs typeface="Calibri"/>
              </a:rPr>
              <a:t>si</a:t>
            </a:r>
            <a:r>
              <a:rPr lang="en-IN" sz="2400" b="1" spc="-5" dirty="0">
                <a:solidFill>
                  <a:srgbClr val="4F80BC"/>
                </a:solidFill>
                <a:latin typeface="Calibri"/>
                <a:cs typeface="Calibri"/>
              </a:rPr>
              <a:t>o</a:t>
            </a:r>
            <a:r>
              <a:rPr lang="en-IN" sz="2400" b="1" spc="-10" dirty="0">
                <a:solidFill>
                  <a:srgbClr val="4F80BC"/>
                </a:solidFill>
                <a:latin typeface="Calibri"/>
                <a:cs typeface="Calibri"/>
              </a:rPr>
              <a:t>n</a:t>
            </a:r>
            <a:r>
              <a:rPr lang="en-IN" sz="2400" b="1" spc="-45" dirty="0">
                <a:solidFill>
                  <a:srgbClr val="4F80BC"/>
                </a:solidFill>
                <a:latin typeface="Times New Roman"/>
                <a:cs typeface="Times New Roman"/>
              </a:rPr>
              <a:t> </a:t>
            </a:r>
            <a:r>
              <a:rPr lang="en-IN" sz="2400" b="1" spc="-10" dirty="0">
                <a:solidFill>
                  <a:srgbClr val="4F80BC"/>
                </a:solidFill>
                <a:latin typeface="Calibri"/>
                <a:cs typeface="Calibri"/>
              </a:rPr>
              <a:t>AI</a:t>
            </a:r>
            <a:r>
              <a:rPr lang="en-IN" sz="2400" b="1" spc="-35" dirty="0">
                <a:solidFill>
                  <a:srgbClr val="4F80BC"/>
                </a:solidFill>
                <a:latin typeface="Times New Roman"/>
                <a:cs typeface="Times New Roman"/>
              </a:rPr>
              <a:t> </a:t>
            </a:r>
            <a:r>
              <a:rPr lang="en-IN" sz="2400" b="1" spc="-15" dirty="0">
                <a:solidFill>
                  <a:srgbClr val="4F80BC"/>
                </a:solidFill>
                <a:latin typeface="Calibri"/>
                <a:cs typeface="Calibri"/>
              </a:rPr>
              <a:t>I</a:t>
            </a:r>
            <a:r>
              <a:rPr lang="en-IN" sz="2400" b="1" spc="-5" dirty="0">
                <a:solidFill>
                  <a:srgbClr val="4F80BC"/>
                </a:solidFill>
                <a:latin typeface="Calibri"/>
                <a:cs typeface="Calibri"/>
              </a:rPr>
              <a:t>n</a:t>
            </a:r>
            <a:r>
              <a:rPr lang="en-IN" sz="2400" b="1" spc="-10" dirty="0">
                <a:solidFill>
                  <a:srgbClr val="4F80BC"/>
                </a:solidFill>
                <a:latin typeface="Calibri"/>
                <a:cs typeface="Calibri"/>
              </a:rPr>
              <a:t>telligence</a:t>
            </a:r>
            <a:r>
              <a:rPr lang="en-IN" sz="2400" b="1" spc="-5" dirty="0">
                <a:solidFill>
                  <a:srgbClr val="4F80BC"/>
                </a:solidFill>
                <a:latin typeface="Times New Roman"/>
                <a:cs typeface="Times New Roman"/>
              </a:rPr>
              <a:t> </a:t>
            </a:r>
            <a:r>
              <a:rPr lang="en-IN" sz="2400" b="1" spc="-15" dirty="0">
                <a:solidFill>
                  <a:srgbClr val="4F80BC"/>
                </a:solidFill>
                <a:latin typeface="Calibri"/>
                <a:cs typeface="Calibri"/>
              </a:rPr>
              <a:t>P</a:t>
            </a:r>
            <a:r>
              <a:rPr lang="en-IN" sz="2400" b="1" dirty="0">
                <a:solidFill>
                  <a:srgbClr val="4F80BC"/>
                </a:solidFill>
                <a:latin typeface="Calibri"/>
                <a:cs typeface="Calibri"/>
              </a:rPr>
              <a:t>l</a:t>
            </a:r>
            <a:r>
              <a:rPr lang="en-IN" sz="2400" b="1" spc="-10" dirty="0">
                <a:solidFill>
                  <a:srgbClr val="4F80BC"/>
                </a:solidFill>
                <a:latin typeface="Calibri"/>
                <a:cs typeface="Calibri"/>
              </a:rPr>
              <a:t>atfo</a:t>
            </a:r>
            <a:r>
              <a:rPr lang="en-IN" sz="2400" b="1" spc="-15" dirty="0">
                <a:solidFill>
                  <a:srgbClr val="4F80BC"/>
                </a:solidFill>
                <a:latin typeface="Calibri"/>
                <a:cs typeface="Calibri"/>
              </a:rPr>
              <a:t>rm</a:t>
            </a:r>
            <a:endParaRPr lang="en-IN" sz="2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50"/>
              </a:spcBef>
            </a:pPr>
            <a:r>
              <a:rPr lang="en-IN" sz="2000" spc="-10" dirty="0">
                <a:latin typeface="Cambria"/>
                <a:cs typeface="Cambria"/>
              </a:rPr>
              <a:t>Nexsense</a:t>
            </a:r>
            <a:r>
              <a:rPr lang="en-IN" sz="2000" spc="-35" dirty="0">
                <a:latin typeface="Times New Roman"/>
                <a:cs typeface="Times New Roman"/>
              </a:rPr>
              <a:t> </a:t>
            </a:r>
            <a:r>
              <a:rPr lang="en-IN" sz="2000" spc="-5" dirty="0">
                <a:latin typeface="Cambria"/>
                <a:cs typeface="Cambria"/>
              </a:rPr>
              <a:t>is</a:t>
            </a:r>
            <a:r>
              <a:rPr lang="en-IN" sz="2000" spc="-40" dirty="0">
                <a:latin typeface="Times New Roman"/>
                <a:cs typeface="Times New Roman"/>
              </a:rPr>
              <a:t> </a:t>
            </a:r>
            <a:r>
              <a:rPr lang="en-IN" sz="2000" dirty="0">
                <a:latin typeface="Cambria"/>
                <a:cs typeface="Cambria"/>
              </a:rPr>
              <a:t>a</a:t>
            </a:r>
            <a:r>
              <a:rPr lang="en-IN" sz="2000" spc="-35" dirty="0">
                <a:latin typeface="Times New Roman"/>
                <a:cs typeface="Times New Roman"/>
              </a:rPr>
              <a:t> </a:t>
            </a:r>
            <a:r>
              <a:rPr lang="en-IN" sz="2000" b="1" dirty="0">
                <a:latin typeface="Cambria"/>
                <a:cs typeface="Cambria"/>
              </a:rPr>
              <a:t>sm</a:t>
            </a:r>
            <a:r>
              <a:rPr lang="en-IN" sz="2000" b="1" spc="5" dirty="0">
                <a:latin typeface="Cambria"/>
                <a:cs typeface="Cambria"/>
              </a:rPr>
              <a:t>a</a:t>
            </a:r>
            <a:r>
              <a:rPr lang="en-IN" sz="2000" b="1" spc="-15" dirty="0">
                <a:latin typeface="Cambria"/>
                <a:cs typeface="Cambria"/>
              </a:rPr>
              <a:t>r</a:t>
            </a:r>
            <a:r>
              <a:rPr lang="en-IN" sz="2000" b="1" spc="5" dirty="0">
                <a:latin typeface="Cambria"/>
                <a:cs typeface="Cambria"/>
              </a:rPr>
              <a:t>t</a:t>
            </a:r>
            <a:r>
              <a:rPr lang="en-IN" sz="2000" b="1" spc="-5" dirty="0">
                <a:latin typeface="Cambria"/>
                <a:cs typeface="Cambria"/>
              </a:rPr>
              <a:t>-</a:t>
            </a:r>
            <a:r>
              <a:rPr lang="en-IN" sz="2000" b="1" dirty="0">
                <a:latin typeface="Cambria"/>
                <a:cs typeface="Cambria"/>
              </a:rPr>
              <a:t>c</a:t>
            </a:r>
            <a:r>
              <a:rPr lang="en-IN" sz="2000" b="1" spc="-5" dirty="0">
                <a:latin typeface="Cambria"/>
                <a:cs typeface="Cambria"/>
              </a:rPr>
              <a:t>i</a:t>
            </a:r>
            <a:r>
              <a:rPr lang="en-IN" sz="2000" b="1" spc="-10" dirty="0">
                <a:latin typeface="Cambria"/>
                <a:cs typeface="Cambria"/>
              </a:rPr>
              <a:t>ty</a:t>
            </a:r>
            <a:r>
              <a:rPr lang="en-IN" sz="2000" b="1" spc="-40" dirty="0">
                <a:latin typeface="Times New Roman"/>
                <a:cs typeface="Times New Roman"/>
              </a:rPr>
              <a:t> </a:t>
            </a:r>
            <a:r>
              <a:rPr lang="en-IN" sz="2000" b="1" spc="-5" dirty="0">
                <a:latin typeface="Cambria"/>
                <a:cs typeface="Cambria"/>
              </a:rPr>
              <a:t>oper</a:t>
            </a:r>
            <a:r>
              <a:rPr lang="en-IN" sz="2000" b="1" spc="5" dirty="0">
                <a:latin typeface="Cambria"/>
                <a:cs typeface="Cambria"/>
              </a:rPr>
              <a:t>a</a:t>
            </a:r>
            <a:r>
              <a:rPr lang="en-IN" sz="2000" b="1" dirty="0">
                <a:latin typeface="Cambria"/>
                <a:cs typeface="Cambria"/>
              </a:rPr>
              <a:t>t</a:t>
            </a:r>
            <a:r>
              <a:rPr lang="en-IN" sz="2000" b="1" spc="-10" dirty="0">
                <a:latin typeface="Cambria"/>
                <a:cs typeface="Cambria"/>
              </a:rPr>
              <a:t>i</a:t>
            </a:r>
            <a:r>
              <a:rPr lang="en-IN" sz="2000" b="1" spc="-15" dirty="0">
                <a:latin typeface="Cambria"/>
                <a:cs typeface="Cambria"/>
              </a:rPr>
              <a:t>on</a:t>
            </a:r>
            <a:r>
              <a:rPr lang="en-IN" sz="2000" b="1" spc="-10" dirty="0">
                <a:latin typeface="Cambria"/>
                <a:cs typeface="Cambria"/>
              </a:rPr>
              <a:t>s</a:t>
            </a:r>
            <a:r>
              <a:rPr lang="en-IN" sz="2000" b="1" spc="-35" dirty="0">
                <a:latin typeface="Times New Roman"/>
                <a:cs typeface="Times New Roman"/>
              </a:rPr>
              <a:t> </a:t>
            </a:r>
            <a:r>
              <a:rPr lang="en-IN" sz="2000" b="1" spc="-10" dirty="0">
                <a:latin typeface="Cambria"/>
                <a:cs typeface="Cambria"/>
              </a:rPr>
              <a:t>i</a:t>
            </a:r>
            <a:r>
              <a:rPr lang="en-IN" sz="2000" b="1" spc="-15" dirty="0">
                <a:latin typeface="Cambria"/>
                <a:cs typeface="Cambria"/>
              </a:rPr>
              <a:t>n</a:t>
            </a:r>
            <a:r>
              <a:rPr lang="en-IN" sz="2000" b="1" dirty="0">
                <a:latin typeface="Cambria"/>
                <a:cs typeface="Cambria"/>
              </a:rPr>
              <a:t>t</a:t>
            </a:r>
            <a:r>
              <a:rPr lang="en-IN" sz="2000" b="1" spc="-5" dirty="0">
                <a:latin typeface="Cambria"/>
                <a:cs typeface="Cambria"/>
              </a:rPr>
              <a:t>ell</a:t>
            </a:r>
            <a:r>
              <a:rPr lang="en-IN" sz="2000" b="1" spc="-10" dirty="0">
                <a:latin typeface="Cambria"/>
                <a:cs typeface="Cambria"/>
              </a:rPr>
              <a:t>ige</a:t>
            </a:r>
            <a:r>
              <a:rPr lang="en-IN" sz="2000" b="1" spc="-20" dirty="0">
                <a:latin typeface="Cambria"/>
                <a:cs typeface="Cambria"/>
              </a:rPr>
              <a:t>n</a:t>
            </a:r>
            <a:r>
              <a:rPr lang="en-IN" sz="2000" b="1" spc="-10" dirty="0">
                <a:latin typeface="Cambria"/>
                <a:cs typeface="Cambria"/>
              </a:rPr>
              <a:t>ce</a:t>
            </a:r>
            <a:r>
              <a:rPr lang="en-IN" sz="2000" b="1" spc="-40" dirty="0">
                <a:latin typeface="Times New Roman"/>
                <a:cs typeface="Times New Roman"/>
              </a:rPr>
              <a:t> </a:t>
            </a:r>
            <a:r>
              <a:rPr lang="en-IN" sz="2000" b="1" dirty="0">
                <a:latin typeface="Cambria"/>
                <a:cs typeface="Cambria"/>
              </a:rPr>
              <a:t>p</a:t>
            </a:r>
            <a:r>
              <a:rPr lang="en-IN" sz="2000" b="1" spc="-5" dirty="0">
                <a:latin typeface="Cambria"/>
                <a:cs typeface="Cambria"/>
              </a:rPr>
              <a:t>l</a:t>
            </a:r>
            <a:r>
              <a:rPr lang="en-IN" sz="2000" b="1" spc="5" dirty="0">
                <a:latin typeface="Cambria"/>
                <a:cs typeface="Cambria"/>
              </a:rPr>
              <a:t>a</a:t>
            </a:r>
            <a:r>
              <a:rPr lang="en-IN" sz="2000" b="1" dirty="0">
                <a:latin typeface="Cambria"/>
                <a:cs typeface="Cambria"/>
              </a:rPr>
              <a:t>t</a:t>
            </a:r>
            <a:r>
              <a:rPr lang="en-IN" sz="2000" b="1" spc="-10" dirty="0">
                <a:latin typeface="Cambria"/>
                <a:cs typeface="Cambria"/>
              </a:rPr>
              <a:t>f</a:t>
            </a:r>
            <a:r>
              <a:rPr lang="en-IN" sz="2000" b="1" spc="-5" dirty="0">
                <a:latin typeface="Cambria"/>
                <a:cs typeface="Cambria"/>
              </a:rPr>
              <a:t>or</a:t>
            </a:r>
            <a:r>
              <a:rPr lang="en-IN" sz="2000" b="1" dirty="0">
                <a:latin typeface="Cambria"/>
                <a:cs typeface="Cambria"/>
              </a:rPr>
              <a:t>m</a:t>
            </a:r>
            <a:r>
              <a:rPr lang="en-IN" sz="2000" b="1" spc="-25" dirty="0">
                <a:latin typeface="Times New Roman"/>
                <a:cs typeface="Times New Roman"/>
              </a:rPr>
              <a:t> </a:t>
            </a:r>
            <a:r>
              <a:rPr lang="en-IN" sz="2000" spc="-10" dirty="0">
                <a:latin typeface="Cambria"/>
                <a:cs typeface="Cambria"/>
              </a:rPr>
              <a:t>co</a:t>
            </a:r>
            <a:r>
              <a:rPr lang="en-IN" sz="2000" spc="-15" dirty="0">
                <a:latin typeface="Cambria"/>
                <a:cs typeface="Cambria"/>
              </a:rPr>
              <a:t>m</a:t>
            </a:r>
            <a:r>
              <a:rPr lang="en-IN" sz="2000" dirty="0">
                <a:latin typeface="Cambria"/>
                <a:cs typeface="Cambria"/>
              </a:rPr>
              <a:t>b</a:t>
            </a:r>
            <a:r>
              <a:rPr lang="en-IN" sz="2000" spc="-5" dirty="0">
                <a:latin typeface="Cambria"/>
                <a:cs typeface="Cambria"/>
              </a:rPr>
              <a:t>ini</a:t>
            </a:r>
            <a:r>
              <a:rPr lang="en-IN" sz="2000" spc="-20" dirty="0">
                <a:latin typeface="Cambria"/>
                <a:cs typeface="Cambria"/>
              </a:rPr>
              <a:t>n</a:t>
            </a:r>
            <a:r>
              <a:rPr lang="en-IN" sz="2000" spc="-5" dirty="0">
                <a:latin typeface="Cambria"/>
                <a:cs typeface="Cambria"/>
              </a:rPr>
              <a:t>g:</a:t>
            </a:r>
            <a:endParaRPr lang="en-IN" sz="2000" dirty="0">
              <a:latin typeface="Cambria"/>
              <a:cs typeface="Cambria"/>
            </a:endParaRPr>
          </a:p>
          <a:p>
            <a:pPr marL="469265" indent="-304165">
              <a:lnSpc>
                <a:spcPct val="100000"/>
              </a:lnSpc>
              <a:spcBef>
                <a:spcPts val="875"/>
              </a:spcBef>
              <a:buFont typeface="Cambria"/>
              <a:buChar char="•"/>
              <a:tabLst>
                <a:tab pos="469900" algn="l"/>
              </a:tabLst>
            </a:pPr>
            <a:r>
              <a:rPr lang="en-IN" sz="2000" spc="-15" dirty="0">
                <a:latin typeface="Cambria"/>
                <a:cs typeface="Cambria"/>
              </a:rPr>
              <a:t>V</a:t>
            </a:r>
            <a:r>
              <a:rPr lang="en-IN" sz="2000" spc="-5" dirty="0">
                <a:latin typeface="Cambria"/>
                <a:cs typeface="Cambria"/>
              </a:rPr>
              <a:t>ision</a:t>
            </a:r>
            <a:r>
              <a:rPr lang="en-IN" sz="2000" spc="-40" dirty="0">
                <a:latin typeface="Times New Roman"/>
                <a:cs typeface="Times New Roman"/>
              </a:rPr>
              <a:t> </a:t>
            </a:r>
            <a:r>
              <a:rPr lang="en-IN" sz="2000" dirty="0">
                <a:latin typeface="Cambria"/>
                <a:cs typeface="Cambria"/>
              </a:rPr>
              <a:t>AI</a:t>
            </a:r>
          </a:p>
          <a:p>
            <a:pPr marL="469265" indent="-304165">
              <a:lnSpc>
                <a:spcPct val="100000"/>
              </a:lnSpc>
              <a:spcBef>
                <a:spcPts val="145"/>
              </a:spcBef>
              <a:buFont typeface="Cambria"/>
              <a:buChar char="•"/>
              <a:tabLst>
                <a:tab pos="469900" algn="l"/>
              </a:tabLst>
            </a:pPr>
            <a:r>
              <a:rPr lang="en-IN" sz="2000" spc="-5" dirty="0">
                <a:latin typeface="Cambria"/>
                <a:cs typeface="Cambria"/>
              </a:rPr>
              <a:t>I</a:t>
            </a:r>
            <a:r>
              <a:rPr lang="en-IN" sz="2000" spc="-10" dirty="0">
                <a:latin typeface="Cambria"/>
                <a:cs typeface="Cambria"/>
              </a:rPr>
              <a:t>oT</a:t>
            </a:r>
            <a:r>
              <a:rPr lang="en-IN" sz="2000" spc="-45" dirty="0">
                <a:latin typeface="Times New Roman"/>
                <a:cs typeface="Times New Roman"/>
              </a:rPr>
              <a:t> </a:t>
            </a:r>
            <a:r>
              <a:rPr lang="en-IN" sz="2000" spc="-10" dirty="0">
                <a:latin typeface="Cambria"/>
                <a:cs typeface="Cambria"/>
              </a:rPr>
              <a:t>&amp;</a:t>
            </a:r>
            <a:r>
              <a:rPr lang="en-IN" sz="2000" spc="-40" dirty="0">
                <a:latin typeface="Times New Roman"/>
                <a:cs typeface="Times New Roman"/>
              </a:rPr>
              <a:t> </a:t>
            </a:r>
            <a:r>
              <a:rPr lang="en-IN" sz="2000" spc="-10" dirty="0">
                <a:latin typeface="Cambria"/>
                <a:cs typeface="Cambria"/>
              </a:rPr>
              <a:t>se</a:t>
            </a:r>
            <a:r>
              <a:rPr lang="en-IN" sz="2000" spc="-15" dirty="0">
                <a:latin typeface="Cambria"/>
                <a:cs typeface="Cambria"/>
              </a:rPr>
              <a:t>nso</a:t>
            </a:r>
            <a:r>
              <a:rPr lang="en-IN" sz="2000" spc="-5" dirty="0">
                <a:latin typeface="Cambria"/>
                <a:cs typeface="Cambria"/>
              </a:rPr>
              <a:t>r</a:t>
            </a:r>
            <a:r>
              <a:rPr lang="en-IN" sz="2000" spc="-40" dirty="0">
                <a:latin typeface="Times New Roman"/>
                <a:cs typeface="Times New Roman"/>
              </a:rPr>
              <a:t> </a:t>
            </a:r>
            <a:r>
              <a:rPr lang="en-IN" sz="2000" spc="-5" dirty="0">
                <a:latin typeface="Cambria"/>
                <a:cs typeface="Cambria"/>
              </a:rPr>
              <a:t>t</a:t>
            </a:r>
            <a:r>
              <a:rPr lang="en-IN" sz="2000" dirty="0">
                <a:latin typeface="Cambria"/>
                <a:cs typeface="Cambria"/>
              </a:rPr>
              <a:t>e</a:t>
            </a:r>
            <a:r>
              <a:rPr lang="en-IN" sz="2000" spc="-15" dirty="0">
                <a:latin typeface="Cambria"/>
                <a:cs typeface="Cambria"/>
              </a:rPr>
              <a:t>lemetry</a:t>
            </a:r>
            <a:endParaRPr lang="en-IN" sz="2000" dirty="0">
              <a:latin typeface="Cambria"/>
              <a:cs typeface="Cambria"/>
            </a:endParaRPr>
          </a:p>
          <a:p>
            <a:pPr marL="469265" indent="-304165">
              <a:lnSpc>
                <a:spcPct val="100000"/>
              </a:lnSpc>
              <a:spcBef>
                <a:spcPts val="140"/>
              </a:spcBef>
              <a:buFont typeface="Cambria"/>
              <a:buChar char="•"/>
              <a:tabLst>
                <a:tab pos="469900" algn="l"/>
              </a:tabLst>
            </a:pPr>
            <a:r>
              <a:rPr lang="en-IN" sz="2000" spc="-10" dirty="0">
                <a:latin typeface="Cambria"/>
                <a:cs typeface="Cambria"/>
              </a:rPr>
              <a:t>c</a:t>
            </a:r>
            <a:r>
              <a:rPr lang="en-IN" sz="2000" spc="-15" dirty="0">
                <a:latin typeface="Cambria"/>
                <a:cs typeface="Cambria"/>
              </a:rPr>
              <a:t>r</a:t>
            </a:r>
            <a:r>
              <a:rPr lang="en-IN" sz="2000" dirty="0">
                <a:latin typeface="Cambria"/>
                <a:cs typeface="Cambria"/>
              </a:rPr>
              <a:t>o</a:t>
            </a:r>
            <a:r>
              <a:rPr lang="en-IN" sz="2000" spc="-10" dirty="0">
                <a:latin typeface="Cambria"/>
                <a:cs typeface="Cambria"/>
              </a:rPr>
              <a:t>wd</a:t>
            </a:r>
            <a:r>
              <a:rPr lang="en-IN" sz="2000" spc="-35" dirty="0">
                <a:latin typeface="Times New Roman"/>
                <a:cs typeface="Times New Roman"/>
              </a:rPr>
              <a:t> </a:t>
            </a:r>
            <a:r>
              <a:rPr lang="en-IN" sz="2000" spc="-10" dirty="0">
                <a:latin typeface="Cambria"/>
                <a:cs typeface="Cambria"/>
              </a:rPr>
              <a:t>&amp;</a:t>
            </a:r>
            <a:r>
              <a:rPr lang="en-IN" sz="2000" spc="-40" dirty="0">
                <a:latin typeface="Times New Roman"/>
                <a:cs typeface="Times New Roman"/>
              </a:rPr>
              <a:t> </a:t>
            </a:r>
            <a:r>
              <a:rPr lang="en-IN" sz="2000" dirty="0">
                <a:latin typeface="Cambria"/>
                <a:cs typeface="Cambria"/>
              </a:rPr>
              <a:t>t</a:t>
            </a:r>
            <a:r>
              <a:rPr lang="en-IN" sz="2000" spc="-10" dirty="0">
                <a:latin typeface="Cambria"/>
                <a:cs typeface="Cambria"/>
              </a:rPr>
              <a:t>raff</a:t>
            </a:r>
            <a:r>
              <a:rPr lang="en-IN" sz="2000" spc="-5" dirty="0">
                <a:latin typeface="Cambria"/>
                <a:cs typeface="Cambria"/>
              </a:rPr>
              <a:t>ic</a:t>
            </a:r>
            <a:r>
              <a:rPr lang="en-IN" sz="2000" spc="-40" dirty="0">
                <a:latin typeface="Times New Roman"/>
                <a:cs typeface="Times New Roman"/>
              </a:rPr>
              <a:t> </a:t>
            </a:r>
            <a:r>
              <a:rPr lang="en-IN" sz="2000" spc="-5" dirty="0">
                <a:latin typeface="Cambria"/>
                <a:cs typeface="Cambria"/>
              </a:rPr>
              <a:t>a</a:t>
            </a:r>
            <a:r>
              <a:rPr lang="en-IN" sz="2000" dirty="0">
                <a:latin typeface="Cambria"/>
                <a:cs typeface="Cambria"/>
              </a:rPr>
              <a:t>n</a:t>
            </a:r>
            <a:r>
              <a:rPr lang="en-IN" sz="2000" spc="-5" dirty="0">
                <a:latin typeface="Cambria"/>
                <a:cs typeface="Cambria"/>
              </a:rPr>
              <a:t>alyt</a:t>
            </a:r>
            <a:r>
              <a:rPr lang="en-IN" sz="2000" dirty="0">
                <a:latin typeface="Cambria"/>
                <a:cs typeface="Cambria"/>
              </a:rPr>
              <a:t>i</a:t>
            </a:r>
            <a:r>
              <a:rPr lang="en-IN" sz="2000" spc="-10" dirty="0">
                <a:latin typeface="Cambria"/>
                <a:cs typeface="Cambria"/>
              </a:rPr>
              <a:t>cs</a:t>
            </a:r>
            <a:endParaRPr lang="en-IN" sz="2000" dirty="0">
              <a:latin typeface="Cambria"/>
              <a:cs typeface="Cambria"/>
            </a:endParaRPr>
          </a:p>
          <a:p>
            <a:pPr marL="469265" indent="-304165">
              <a:lnSpc>
                <a:spcPct val="100000"/>
              </a:lnSpc>
              <a:spcBef>
                <a:spcPts val="145"/>
              </a:spcBef>
              <a:buFont typeface="Cambria"/>
              <a:buChar char="•"/>
              <a:tabLst>
                <a:tab pos="469900" algn="l"/>
              </a:tabLst>
            </a:pPr>
            <a:r>
              <a:rPr lang="en-IN" sz="2000" spc="-5" dirty="0">
                <a:latin typeface="Cambria"/>
                <a:cs typeface="Cambria"/>
              </a:rPr>
              <a:t>incid</a:t>
            </a:r>
            <a:r>
              <a:rPr lang="en-IN" sz="2000" spc="-10" dirty="0">
                <a:latin typeface="Cambria"/>
                <a:cs typeface="Cambria"/>
              </a:rPr>
              <a:t>e</a:t>
            </a:r>
            <a:r>
              <a:rPr lang="en-IN" sz="2000" spc="-20" dirty="0">
                <a:latin typeface="Cambria"/>
                <a:cs typeface="Cambria"/>
              </a:rPr>
              <a:t>n</a:t>
            </a:r>
            <a:r>
              <a:rPr lang="en-IN" sz="2000" dirty="0">
                <a:latin typeface="Cambria"/>
                <a:cs typeface="Cambria"/>
              </a:rPr>
              <a:t>t</a:t>
            </a:r>
            <a:r>
              <a:rPr lang="en-IN" sz="2000" spc="-40" dirty="0">
                <a:latin typeface="Times New Roman"/>
                <a:cs typeface="Times New Roman"/>
              </a:rPr>
              <a:t> </a:t>
            </a:r>
            <a:r>
              <a:rPr lang="en-IN" sz="2000" spc="-5" dirty="0">
                <a:latin typeface="Cambria"/>
                <a:cs typeface="Cambria"/>
              </a:rPr>
              <a:t>d</a:t>
            </a:r>
            <a:r>
              <a:rPr lang="en-IN" sz="2000" dirty="0">
                <a:latin typeface="Cambria"/>
                <a:cs typeface="Cambria"/>
              </a:rPr>
              <a:t>e</a:t>
            </a:r>
            <a:r>
              <a:rPr lang="en-IN" sz="2000" spc="-10" dirty="0">
                <a:latin typeface="Cambria"/>
                <a:cs typeface="Cambria"/>
              </a:rPr>
              <a:t>t</a:t>
            </a:r>
            <a:r>
              <a:rPr lang="en-IN" sz="2000" dirty="0">
                <a:latin typeface="Cambria"/>
                <a:cs typeface="Cambria"/>
              </a:rPr>
              <a:t>ect</a:t>
            </a:r>
            <a:r>
              <a:rPr lang="en-IN" sz="2000" spc="-10" dirty="0">
                <a:latin typeface="Cambria"/>
                <a:cs typeface="Cambria"/>
              </a:rPr>
              <a:t>ion</a:t>
            </a:r>
            <a:r>
              <a:rPr lang="en-IN" sz="2000" spc="-40" dirty="0">
                <a:latin typeface="Times New Roman"/>
                <a:cs typeface="Times New Roman"/>
              </a:rPr>
              <a:t> </a:t>
            </a:r>
            <a:r>
              <a:rPr lang="en-IN" sz="2000" spc="-10" dirty="0">
                <a:latin typeface="Cambria"/>
                <a:cs typeface="Cambria"/>
              </a:rPr>
              <a:t>&amp;</a:t>
            </a:r>
            <a:r>
              <a:rPr lang="en-IN" sz="2000" spc="-35" dirty="0">
                <a:latin typeface="Times New Roman"/>
                <a:cs typeface="Times New Roman"/>
              </a:rPr>
              <a:t> </a:t>
            </a:r>
            <a:r>
              <a:rPr lang="en-IN" sz="2000" spc="-10" dirty="0">
                <a:latin typeface="Cambria"/>
                <a:cs typeface="Cambria"/>
              </a:rPr>
              <a:t>c</a:t>
            </a:r>
            <a:r>
              <a:rPr lang="en-IN" sz="2000" spc="-25" dirty="0">
                <a:latin typeface="Cambria"/>
                <a:cs typeface="Cambria"/>
              </a:rPr>
              <a:t>o</a:t>
            </a:r>
            <a:r>
              <a:rPr lang="en-IN" sz="2000" spc="-10" dirty="0">
                <a:latin typeface="Cambria"/>
                <a:cs typeface="Cambria"/>
              </a:rPr>
              <a:t>rr</a:t>
            </a:r>
            <a:r>
              <a:rPr lang="en-IN" sz="2000" dirty="0">
                <a:latin typeface="Cambria"/>
                <a:cs typeface="Cambria"/>
              </a:rPr>
              <a:t>ela</a:t>
            </a:r>
            <a:r>
              <a:rPr lang="en-IN" sz="2000" spc="-5" dirty="0">
                <a:latin typeface="Cambria"/>
                <a:cs typeface="Cambria"/>
              </a:rPr>
              <a:t>t</a:t>
            </a:r>
            <a:r>
              <a:rPr lang="en-IN" sz="2000" dirty="0">
                <a:latin typeface="Cambria"/>
                <a:cs typeface="Cambria"/>
              </a:rPr>
              <a:t>i</a:t>
            </a:r>
            <a:r>
              <a:rPr lang="en-IN" sz="2000" spc="-10" dirty="0">
                <a:latin typeface="Cambria"/>
                <a:cs typeface="Cambria"/>
              </a:rPr>
              <a:t>on</a:t>
            </a:r>
            <a:endParaRPr lang="en-IN" sz="2000" dirty="0">
              <a:latin typeface="Cambria"/>
              <a:cs typeface="Cambria"/>
            </a:endParaRPr>
          </a:p>
          <a:p>
            <a:pPr marL="469265" indent="-304165">
              <a:lnSpc>
                <a:spcPct val="100000"/>
              </a:lnSpc>
              <a:spcBef>
                <a:spcPts val="155"/>
              </a:spcBef>
              <a:buFont typeface="Cambria"/>
              <a:buChar char="•"/>
              <a:tabLst>
                <a:tab pos="469900" algn="l"/>
              </a:tabLst>
            </a:pPr>
            <a:r>
              <a:rPr lang="en-IN" sz="2000" spc="-5" dirty="0">
                <a:latin typeface="Cambria"/>
                <a:cs typeface="Cambria"/>
              </a:rPr>
              <a:t>AI-</a:t>
            </a:r>
            <a:r>
              <a:rPr lang="en-IN" sz="2000" spc="-15" dirty="0">
                <a:latin typeface="Cambria"/>
                <a:cs typeface="Cambria"/>
              </a:rPr>
              <a:t>ass</a:t>
            </a:r>
            <a:r>
              <a:rPr lang="en-IN" sz="2000" dirty="0">
                <a:latin typeface="Cambria"/>
                <a:cs typeface="Cambria"/>
              </a:rPr>
              <a:t>i</a:t>
            </a:r>
            <a:r>
              <a:rPr lang="en-IN" sz="2000" spc="-10" dirty="0">
                <a:latin typeface="Cambria"/>
                <a:cs typeface="Cambria"/>
              </a:rPr>
              <a:t>sted</a:t>
            </a:r>
            <a:r>
              <a:rPr lang="en-IN" sz="2000" spc="-35" dirty="0">
                <a:latin typeface="Times New Roman"/>
                <a:cs typeface="Times New Roman"/>
              </a:rPr>
              <a:t> </a:t>
            </a:r>
            <a:r>
              <a:rPr lang="en-IN" sz="2000" spc="-10" dirty="0">
                <a:latin typeface="Cambria"/>
                <a:cs typeface="Cambria"/>
              </a:rPr>
              <a:t>oper</a:t>
            </a:r>
            <a:r>
              <a:rPr lang="en-IN" sz="2000" spc="-5" dirty="0">
                <a:latin typeface="Cambria"/>
                <a:cs typeface="Cambria"/>
              </a:rPr>
              <a:t>a</a:t>
            </a:r>
            <a:r>
              <a:rPr lang="en-IN" sz="2000" dirty="0">
                <a:latin typeface="Cambria"/>
                <a:cs typeface="Cambria"/>
              </a:rPr>
              <a:t>t</a:t>
            </a:r>
            <a:r>
              <a:rPr lang="en-IN" sz="2000" spc="-10" dirty="0">
                <a:latin typeface="Cambria"/>
                <a:cs typeface="Cambria"/>
              </a:rPr>
              <a:t>or</a:t>
            </a:r>
            <a:r>
              <a:rPr lang="en-IN" sz="2000" spc="-45" dirty="0">
                <a:latin typeface="Times New Roman"/>
                <a:cs typeface="Times New Roman"/>
              </a:rPr>
              <a:t> </a:t>
            </a:r>
            <a:r>
              <a:rPr lang="en-IN" sz="2000" spc="-10" dirty="0">
                <a:latin typeface="Cambria"/>
                <a:cs typeface="Cambria"/>
              </a:rPr>
              <a:t>wo</a:t>
            </a:r>
            <a:r>
              <a:rPr lang="en-IN" sz="2000" spc="-15" dirty="0">
                <a:latin typeface="Cambria"/>
                <a:cs typeface="Cambria"/>
              </a:rPr>
              <a:t>r</a:t>
            </a:r>
            <a:r>
              <a:rPr lang="en-IN" sz="2000" spc="-10" dirty="0">
                <a:latin typeface="Cambria"/>
                <a:cs typeface="Cambria"/>
              </a:rPr>
              <a:t>k</a:t>
            </a:r>
            <a:r>
              <a:rPr lang="en-IN" sz="2000" dirty="0">
                <a:latin typeface="Cambria"/>
                <a:cs typeface="Cambria"/>
              </a:rPr>
              <a:t>f</a:t>
            </a:r>
            <a:r>
              <a:rPr lang="en-IN" sz="2000" spc="-10" dirty="0">
                <a:latin typeface="Cambria"/>
                <a:cs typeface="Cambria"/>
              </a:rPr>
              <a:t>l</a:t>
            </a:r>
            <a:r>
              <a:rPr lang="en-IN" sz="2000" spc="-5" dirty="0">
                <a:latin typeface="Cambria"/>
                <a:cs typeface="Cambria"/>
              </a:rPr>
              <a:t>o</a:t>
            </a:r>
            <a:r>
              <a:rPr lang="en-IN" sz="2000" spc="-10" dirty="0">
                <a:latin typeface="Cambria"/>
                <a:cs typeface="Cambria"/>
              </a:rPr>
              <a:t>ws</a:t>
            </a:r>
            <a:endParaRPr lang="en-IN" sz="2000" dirty="0">
              <a:latin typeface="Cambria"/>
              <a:cs typeface="Cambria"/>
            </a:endParaRPr>
          </a:p>
          <a:p>
            <a:pPr marL="12700" marR="1663064">
              <a:lnSpc>
                <a:spcPts val="1410"/>
              </a:lnSpc>
              <a:spcBef>
                <a:spcPts val="935"/>
              </a:spcBef>
            </a:pPr>
            <a:r>
              <a:rPr lang="en-IN" sz="2000" spc="-5" dirty="0">
                <a:latin typeface="Cambria"/>
                <a:cs typeface="Cambria"/>
              </a:rPr>
              <a:t>Wh</a:t>
            </a:r>
            <a:r>
              <a:rPr lang="en-IN" sz="2000" spc="-10" dirty="0">
                <a:latin typeface="Cambria"/>
                <a:cs typeface="Cambria"/>
              </a:rPr>
              <a:t>ere</a:t>
            </a:r>
            <a:r>
              <a:rPr lang="en-IN" sz="2000" spc="-40" dirty="0">
                <a:latin typeface="Times New Roman"/>
                <a:cs typeface="Times New Roman"/>
              </a:rPr>
              <a:t> </a:t>
            </a:r>
            <a:r>
              <a:rPr lang="en-IN" sz="2000" spc="-5" dirty="0">
                <a:latin typeface="Cambria"/>
                <a:cs typeface="Cambria"/>
              </a:rPr>
              <a:t>Bu</a:t>
            </a:r>
            <a:r>
              <a:rPr lang="en-IN" sz="2000" dirty="0">
                <a:latin typeface="Cambria"/>
                <a:cs typeface="Cambria"/>
              </a:rPr>
              <a:t>il</a:t>
            </a:r>
            <a:r>
              <a:rPr lang="en-IN" sz="2000" spc="5" dirty="0">
                <a:latin typeface="Cambria"/>
                <a:cs typeface="Cambria"/>
              </a:rPr>
              <a:t>d</a:t>
            </a:r>
            <a:r>
              <a:rPr lang="en-IN" sz="2000" spc="-15" dirty="0">
                <a:latin typeface="Cambria"/>
                <a:cs typeface="Cambria"/>
              </a:rPr>
              <a:t>Wis</a:t>
            </a:r>
            <a:r>
              <a:rPr lang="en-IN" sz="2000" spc="-10" dirty="0">
                <a:latin typeface="Cambria"/>
                <a:cs typeface="Cambria"/>
              </a:rPr>
              <a:t>e</a:t>
            </a:r>
            <a:r>
              <a:rPr lang="en-IN" sz="2000" spc="-35" dirty="0">
                <a:latin typeface="Times New Roman"/>
                <a:cs typeface="Times New Roman"/>
              </a:rPr>
              <a:t> </a:t>
            </a:r>
            <a:r>
              <a:rPr lang="en-IN" sz="2000" spc="-10" dirty="0">
                <a:latin typeface="Cambria"/>
                <a:cs typeface="Cambria"/>
              </a:rPr>
              <a:t>foc</a:t>
            </a:r>
            <a:r>
              <a:rPr lang="en-IN" sz="2000" spc="-20" dirty="0">
                <a:latin typeface="Cambria"/>
                <a:cs typeface="Cambria"/>
              </a:rPr>
              <a:t>u</a:t>
            </a:r>
            <a:r>
              <a:rPr lang="en-IN" sz="2000" spc="-10" dirty="0">
                <a:latin typeface="Cambria"/>
                <a:cs typeface="Cambria"/>
              </a:rPr>
              <a:t>ses</a:t>
            </a:r>
            <a:r>
              <a:rPr lang="en-IN" sz="2000" spc="-40" dirty="0">
                <a:latin typeface="Times New Roman"/>
                <a:cs typeface="Times New Roman"/>
              </a:rPr>
              <a:t> </a:t>
            </a:r>
            <a:r>
              <a:rPr lang="en-IN" sz="2000" spc="-10" dirty="0">
                <a:latin typeface="Cambria"/>
                <a:cs typeface="Cambria"/>
              </a:rPr>
              <a:t>on</a:t>
            </a:r>
            <a:r>
              <a:rPr lang="en-IN" sz="2000" spc="-30" dirty="0">
                <a:latin typeface="Times New Roman"/>
                <a:cs typeface="Times New Roman"/>
              </a:rPr>
              <a:t> </a:t>
            </a:r>
            <a:r>
              <a:rPr lang="en-IN" sz="2000" b="1" dirty="0">
                <a:latin typeface="Cambria"/>
                <a:cs typeface="Cambria"/>
              </a:rPr>
              <a:t>p</a:t>
            </a:r>
            <a:r>
              <a:rPr lang="en-IN" sz="2000" b="1" spc="-5" dirty="0">
                <a:latin typeface="Cambria"/>
                <a:cs typeface="Cambria"/>
              </a:rPr>
              <a:t>l</a:t>
            </a:r>
            <a:r>
              <a:rPr lang="en-IN" sz="2000" b="1" spc="5" dirty="0">
                <a:latin typeface="Cambria"/>
                <a:cs typeface="Cambria"/>
              </a:rPr>
              <a:t>a</a:t>
            </a:r>
            <a:r>
              <a:rPr lang="en-IN" sz="2000" b="1" spc="-10" dirty="0">
                <a:latin typeface="Cambria"/>
                <a:cs typeface="Cambria"/>
              </a:rPr>
              <a:t>n</a:t>
            </a:r>
            <a:r>
              <a:rPr lang="en-IN" sz="2000" b="1" spc="-45" dirty="0">
                <a:latin typeface="Times New Roman"/>
                <a:cs typeface="Times New Roman"/>
              </a:rPr>
              <a:t> </a:t>
            </a:r>
            <a:r>
              <a:rPr lang="en-IN" sz="2000" b="1" spc="-10" dirty="0">
                <a:latin typeface="Cambria"/>
                <a:cs typeface="Cambria"/>
              </a:rPr>
              <a:t>i</a:t>
            </a:r>
            <a:r>
              <a:rPr lang="en-IN" sz="2000" b="1" spc="-15" dirty="0">
                <a:latin typeface="Cambria"/>
                <a:cs typeface="Cambria"/>
              </a:rPr>
              <a:t>n</a:t>
            </a:r>
            <a:r>
              <a:rPr lang="en-IN" sz="2000" b="1" dirty="0">
                <a:latin typeface="Cambria"/>
                <a:cs typeface="Cambria"/>
              </a:rPr>
              <a:t>t</a:t>
            </a:r>
            <a:r>
              <a:rPr lang="en-IN" sz="2000" b="1" spc="-5" dirty="0">
                <a:latin typeface="Cambria"/>
                <a:cs typeface="Cambria"/>
              </a:rPr>
              <a:t>ell</a:t>
            </a:r>
            <a:r>
              <a:rPr lang="en-IN" sz="2000" b="1" spc="-10" dirty="0">
                <a:latin typeface="Cambria"/>
                <a:cs typeface="Cambria"/>
              </a:rPr>
              <a:t>ige</a:t>
            </a:r>
            <a:r>
              <a:rPr lang="en-IN" sz="2000" b="1" spc="-20" dirty="0">
                <a:latin typeface="Cambria"/>
                <a:cs typeface="Cambria"/>
              </a:rPr>
              <a:t>n</a:t>
            </a:r>
            <a:r>
              <a:rPr lang="en-IN" sz="2000" b="1" spc="-10" dirty="0">
                <a:latin typeface="Cambria"/>
                <a:cs typeface="Cambria"/>
              </a:rPr>
              <a:t>c</a:t>
            </a:r>
            <a:r>
              <a:rPr lang="en-IN" sz="2000" b="1" spc="-5" dirty="0">
                <a:latin typeface="Cambria"/>
                <a:cs typeface="Cambria"/>
              </a:rPr>
              <a:t>e</a:t>
            </a:r>
            <a:r>
              <a:rPr lang="en-IN" sz="2000" dirty="0">
                <a:latin typeface="Cambria"/>
                <a:cs typeface="Cambria"/>
              </a:rPr>
              <a:t>,</a:t>
            </a:r>
            <a:r>
              <a:rPr lang="en-IN" sz="2000" dirty="0">
                <a:latin typeface="Times New Roman"/>
                <a:cs typeface="Times New Roman"/>
              </a:rPr>
              <a:t> </a:t>
            </a:r>
            <a:r>
              <a:rPr lang="en-IN" sz="2000" spc="-10" dirty="0">
                <a:latin typeface="Cambria"/>
                <a:cs typeface="Cambria"/>
              </a:rPr>
              <a:t>Nexsense</a:t>
            </a:r>
            <a:r>
              <a:rPr lang="en-IN" sz="2000" spc="-35" dirty="0">
                <a:latin typeface="Times New Roman"/>
                <a:cs typeface="Times New Roman"/>
              </a:rPr>
              <a:t> </a:t>
            </a:r>
            <a:r>
              <a:rPr lang="en-IN" sz="2000" spc="-10" dirty="0">
                <a:latin typeface="Cambria"/>
                <a:cs typeface="Cambria"/>
              </a:rPr>
              <a:t>foc</a:t>
            </a:r>
            <a:r>
              <a:rPr lang="en-IN" sz="2000" spc="-20" dirty="0">
                <a:latin typeface="Cambria"/>
                <a:cs typeface="Cambria"/>
              </a:rPr>
              <a:t>u</a:t>
            </a:r>
            <a:r>
              <a:rPr lang="en-IN" sz="2000" spc="-10" dirty="0">
                <a:latin typeface="Cambria"/>
                <a:cs typeface="Cambria"/>
              </a:rPr>
              <a:t>ses</a:t>
            </a:r>
            <a:r>
              <a:rPr lang="en-IN" sz="2000" spc="-40" dirty="0">
                <a:latin typeface="Times New Roman"/>
                <a:cs typeface="Times New Roman"/>
              </a:rPr>
              <a:t> </a:t>
            </a:r>
            <a:r>
              <a:rPr lang="en-IN" sz="2000" spc="-10" dirty="0">
                <a:latin typeface="Cambria"/>
                <a:cs typeface="Cambria"/>
              </a:rPr>
              <a:t>on</a:t>
            </a:r>
            <a:r>
              <a:rPr lang="en-IN" sz="2000" spc="-35" dirty="0">
                <a:latin typeface="Times New Roman"/>
                <a:cs typeface="Times New Roman"/>
              </a:rPr>
              <a:t> </a:t>
            </a:r>
            <a:r>
              <a:rPr lang="en-IN" sz="2000" b="1" dirty="0">
                <a:latin typeface="Cambria"/>
                <a:cs typeface="Cambria"/>
              </a:rPr>
              <a:t>c</a:t>
            </a:r>
            <a:r>
              <a:rPr lang="en-IN" sz="2000" b="1" spc="-5" dirty="0">
                <a:latin typeface="Cambria"/>
                <a:cs typeface="Cambria"/>
              </a:rPr>
              <a:t>i</a:t>
            </a:r>
            <a:r>
              <a:rPr lang="en-IN" sz="2000" b="1" dirty="0">
                <a:latin typeface="Cambria"/>
                <a:cs typeface="Cambria"/>
              </a:rPr>
              <a:t>t</a:t>
            </a:r>
            <a:r>
              <a:rPr lang="en-IN" sz="2000" b="1" spc="-10" dirty="0">
                <a:latin typeface="Cambria"/>
                <a:cs typeface="Cambria"/>
              </a:rPr>
              <a:t>y &amp;</a:t>
            </a:r>
            <a:r>
              <a:rPr lang="en-IN" sz="2000" b="1" spc="-40" dirty="0">
                <a:latin typeface="Times New Roman"/>
                <a:cs typeface="Times New Roman"/>
              </a:rPr>
              <a:t>       </a:t>
            </a:r>
          </a:p>
          <a:p>
            <a:pPr marL="0" marR="1663064" indent="0">
              <a:lnSpc>
                <a:spcPts val="1410"/>
              </a:lnSpc>
              <a:spcBef>
                <a:spcPts val="935"/>
              </a:spcBef>
              <a:buNone/>
            </a:pPr>
            <a:r>
              <a:rPr lang="en-IN" sz="2000" b="1" spc="-10" dirty="0">
                <a:latin typeface="Cambria"/>
                <a:cs typeface="Cambria"/>
              </a:rPr>
              <a:t>i</a:t>
            </a:r>
            <a:r>
              <a:rPr lang="en-IN" sz="2000" b="1" spc="-15" dirty="0">
                <a:latin typeface="Cambria"/>
                <a:cs typeface="Cambria"/>
              </a:rPr>
              <a:t>n</a:t>
            </a:r>
            <a:r>
              <a:rPr lang="en-IN" sz="2000" b="1" dirty="0">
                <a:latin typeface="Cambria"/>
                <a:cs typeface="Cambria"/>
              </a:rPr>
              <a:t>f</a:t>
            </a:r>
            <a:r>
              <a:rPr lang="en-IN" sz="2000" b="1" spc="-5" dirty="0">
                <a:latin typeface="Cambria"/>
                <a:cs typeface="Cambria"/>
              </a:rPr>
              <a:t>r</a:t>
            </a:r>
            <a:r>
              <a:rPr lang="en-IN" sz="2000" b="1" dirty="0">
                <a:latin typeface="Cambria"/>
                <a:cs typeface="Cambria"/>
              </a:rPr>
              <a:t>as</a:t>
            </a:r>
            <a:r>
              <a:rPr lang="en-IN" sz="2000" b="1" spc="5" dirty="0">
                <a:latin typeface="Cambria"/>
                <a:cs typeface="Cambria"/>
              </a:rPr>
              <a:t>t</a:t>
            </a:r>
            <a:r>
              <a:rPr lang="en-IN" sz="2000" b="1" spc="-5" dirty="0">
                <a:latin typeface="Cambria"/>
                <a:cs typeface="Cambria"/>
              </a:rPr>
              <a:t>ru</a:t>
            </a:r>
            <a:r>
              <a:rPr lang="en-IN" sz="2000" b="1" dirty="0">
                <a:latin typeface="Cambria"/>
                <a:cs typeface="Cambria"/>
              </a:rPr>
              <a:t>ctu</a:t>
            </a:r>
            <a:r>
              <a:rPr lang="en-IN" sz="2000" b="1" spc="-5" dirty="0">
                <a:latin typeface="Cambria"/>
                <a:cs typeface="Cambria"/>
              </a:rPr>
              <a:t>r</a:t>
            </a:r>
            <a:r>
              <a:rPr lang="en-IN" sz="2000" b="1" dirty="0">
                <a:latin typeface="Cambria"/>
                <a:cs typeface="Cambria"/>
              </a:rPr>
              <a:t>e</a:t>
            </a:r>
            <a:r>
              <a:rPr lang="en-IN" sz="2000" b="1" spc="-40" dirty="0">
                <a:latin typeface="Times New Roman"/>
                <a:cs typeface="Times New Roman"/>
              </a:rPr>
              <a:t> </a:t>
            </a:r>
            <a:r>
              <a:rPr lang="en-IN" sz="2000" b="1" spc="-10" dirty="0">
                <a:latin typeface="Cambria"/>
                <a:cs typeface="Cambria"/>
              </a:rPr>
              <a:t>i</a:t>
            </a:r>
            <a:r>
              <a:rPr lang="en-IN" sz="2000" b="1" spc="-15" dirty="0">
                <a:latin typeface="Cambria"/>
                <a:cs typeface="Cambria"/>
              </a:rPr>
              <a:t>n</a:t>
            </a:r>
            <a:r>
              <a:rPr lang="en-IN" sz="2000" b="1" spc="-10" dirty="0">
                <a:latin typeface="Cambria"/>
                <a:cs typeface="Cambria"/>
              </a:rPr>
              <a:t>t</a:t>
            </a:r>
            <a:r>
              <a:rPr lang="en-IN" sz="2000" b="1" spc="-5" dirty="0">
                <a:latin typeface="Cambria"/>
                <a:cs typeface="Cambria"/>
              </a:rPr>
              <a:t>ell</a:t>
            </a:r>
            <a:r>
              <a:rPr lang="en-IN" sz="2000" b="1" spc="-10" dirty="0">
                <a:latin typeface="Cambria"/>
                <a:cs typeface="Cambria"/>
              </a:rPr>
              <a:t>ige</a:t>
            </a:r>
            <a:r>
              <a:rPr lang="en-IN" sz="2000" b="1" spc="-20" dirty="0">
                <a:latin typeface="Cambria"/>
                <a:cs typeface="Cambria"/>
              </a:rPr>
              <a:t>n</a:t>
            </a:r>
            <a:r>
              <a:rPr lang="en-IN" sz="2000" b="1" spc="-10" dirty="0">
                <a:latin typeface="Cambria"/>
                <a:cs typeface="Cambria"/>
              </a:rPr>
              <a:t>c</a:t>
            </a:r>
            <a:r>
              <a:rPr lang="en-IN" sz="2000" b="1" spc="0" dirty="0">
                <a:latin typeface="Cambria"/>
                <a:cs typeface="Cambria"/>
              </a:rPr>
              <a:t>e</a:t>
            </a:r>
            <a:r>
              <a:rPr lang="en-IN" sz="2000" dirty="0">
                <a:latin typeface="Cambria"/>
                <a:cs typeface="Cambria"/>
              </a:rPr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8821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78F5333-ECEE-354D-9EBD-2DD85FFEE3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20725"/>
            <a:ext cx="10515600" cy="5456238"/>
          </a:xfrm>
        </p:spPr>
        <p:txBody>
          <a:bodyPr>
            <a:normAutofit fontScale="92500" lnSpcReduction="10000"/>
          </a:bodyPr>
          <a:lstStyle/>
          <a:p>
            <a:pPr marL="196850" indent="-184150">
              <a:lnSpc>
                <a:spcPct val="100000"/>
              </a:lnSpc>
              <a:buClr>
                <a:srgbClr val="4F80BC"/>
              </a:buClr>
              <a:buFont typeface="Calibri"/>
              <a:buAutoNum type="arabicParenR"/>
              <a:tabLst>
                <a:tab pos="197485" algn="l"/>
              </a:tabLst>
            </a:pPr>
            <a:r>
              <a:rPr lang="en-IN" sz="2400" b="1" dirty="0">
                <a:solidFill>
                  <a:srgbClr val="4F80BC"/>
                </a:solidFill>
                <a:latin typeface="Calibri"/>
                <a:cs typeface="Calibri"/>
              </a:rPr>
              <a:t>S</a:t>
            </a:r>
            <a:r>
              <a:rPr lang="en-IN" sz="2400" b="1" spc="-10" dirty="0">
                <a:solidFill>
                  <a:srgbClr val="4F80BC"/>
                </a:solidFill>
                <a:latin typeface="Calibri"/>
                <a:cs typeface="Calibri"/>
              </a:rPr>
              <a:t>m</a:t>
            </a:r>
            <a:r>
              <a:rPr lang="en-IN" sz="2400" b="1" dirty="0">
                <a:solidFill>
                  <a:srgbClr val="4F80BC"/>
                </a:solidFill>
                <a:latin typeface="Calibri"/>
                <a:cs typeface="Calibri"/>
              </a:rPr>
              <a:t>a</a:t>
            </a:r>
            <a:r>
              <a:rPr lang="en-IN" sz="2400" b="1" spc="5" dirty="0">
                <a:solidFill>
                  <a:srgbClr val="4F80BC"/>
                </a:solidFill>
                <a:latin typeface="Calibri"/>
                <a:cs typeface="Calibri"/>
              </a:rPr>
              <a:t>rt</a:t>
            </a:r>
            <a:r>
              <a:rPr lang="en-IN" sz="2400" b="1" dirty="0">
                <a:solidFill>
                  <a:srgbClr val="4F80BC"/>
                </a:solidFill>
                <a:latin typeface="Calibri"/>
                <a:cs typeface="Calibri"/>
              </a:rPr>
              <a:t>-</a:t>
            </a:r>
            <a:r>
              <a:rPr lang="en-IN" sz="2400" b="1" spc="-5" dirty="0">
                <a:solidFill>
                  <a:srgbClr val="4F80BC"/>
                </a:solidFill>
                <a:latin typeface="Calibri"/>
                <a:cs typeface="Calibri"/>
              </a:rPr>
              <a:t>C</a:t>
            </a:r>
            <a:r>
              <a:rPr lang="en-IN" sz="2400" b="1" spc="-10" dirty="0">
                <a:solidFill>
                  <a:srgbClr val="4F80BC"/>
                </a:solidFill>
                <a:latin typeface="Calibri"/>
                <a:cs typeface="Calibri"/>
              </a:rPr>
              <a:t>i</a:t>
            </a:r>
            <a:r>
              <a:rPr lang="en-IN" sz="2400" b="1" dirty="0">
                <a:solidFill>
                  <a:srgbClr val="4F80BC"/>
                </a:solidFill>
                <a:latin typeface="Calibri"/>
                <a:cs typeface="Calibri"/>
              </a:rPr>
              <a:t>ty</a:t>
            </a:r>
            <a:r>
              <a:rPr lang="en-IN" sz="2400" b="1" spc="-45" dirty="0">
                <a:solidFill>
                  <a:srgbClr val="4F80BC"/>
                </a:solidFill>
                <a:latin typeface="Times New Roman"/>
                <a:cs typeface="Times New Roman"/>
              </a:rPr>
              <a:t> </a:t>
            </a:r>
            <a:r>
              <a:rPr lang="en-IN" sz="2400" b="1" spc="-5" dirty="0">
                <a:solidFill>
                  <a:srgbClr val="4F80BC"/>
                </a:solidFill>
                <a:latin typeface="Calibri"/>
                <a:cs typeface="Calibri"/>
              </a:rPr>
              <a:t>D</a:t>
            </a:r>
            <a:r>
              <a:rPr lang="en-IN" sz="2400" b="1" spc="-10" dirty="0">
                <a:solidFill>
                  <a:srgbClr val="4F80BC"/>
                </a:solidFill>
                <a:latin typeface="Calibri"/>
                <a:cs typeface="Calibri"/>
              </a:rPr>
              <a:t>a</a:t>
            </a:r>
            <a:r>
              <a:rPr lang="en-IN" sz="2400" b="1" dirty="0">
                <a:solidFill>
                  <a:srgbClr val="4F80BC"/>
                </a:solidFill>
                <a:latin typeface="Calibri"/>
                <a:cs typeface="Calibri"/>
              </a:rPr>
              <a:t>ta</a:t>
            </a:r>
            <a:r>
              <a:rPr lang="en-IN" sz="2400" b="1" spc="-35" dirty="0">
                <a:solidFill>
                  <a:srgbClr val="4F80BC"/>
                </a:solidFill>
                <a:latin typeface="Times New Roman"/>
                <a:cs typeface="Times New Roman"/>
              </a:rPr>
              <a:t> </a:t>
            </a:r>
            <a:r>
              <a:rPr lang="en-IN" sz="2400" b="1" spc="-15" dirty="0">
                <a:solidFill>
                  <a:srgbClr val="4F80BC"/>
                </a:solidFill>
                <a:latin typeface="Calibri"/>
                <a:cs typeface="Calibri"/>
              </a:rPr>
              <a:t>F</a:t>
            </a:r>
            <a:r>
              <a:rPr lang="en-IN" sz="2400" b="1" dirty="0">
                <a:solidFill>
                  <a:srgbClr val="4F80BC"/>
                </a:solidFill>
                <a:latin typeface="Calibri"/>
                <a:cs typeface="Calibri"/>
              </a:rPr>
              <a:t>usi</a:t>
            </a:r>
            <a:r>
              <a:rPr lang="en-IN" sz="2400" b="1" spc="-10" dirty="0">
                <a:solidFill>
                  <a:srgbClr val="4F80BC"/>
                </a:solidFill>
                <a:latin typeface="Calibri"/>
                <a:cs typeface="Calibri"/>
              </a:rPr>
              <a:t>o</a:t>
            </a:r>
            <a:r>
              <a:rPr lang="en-IN" sz="2400" b="1" dirty="0">
                <a:solidFill>
                  <a:srgbClr val="4F80BC"/>
                </a:solidFill>
                <a:latin typeface="Calibri"/>
                <a:cs typeface="Calibri"/>
              </a:rPr>
              <a:t>n</a:t>
            </a:r>
            <a:r>
              <a:rPr lang="en-IN" sz="2400" b="1" spc="-35" dirty="0">
                <a:solidFill>
                  <a:srgbClr val="4F80BC"/>
                </a:solidFill>
                <a:latin typeface="Times New Roman"/>
                <a:cs typeface="Times New Roman"/>
              </a:rPr>
              <a:t> </a:t>
            </a:r>
            <a:r>
              <a:rPr lang="en-IN" sz="2400" b="1" spc="-5" dirty="0">
                <a:solidFill>
                  <a:srgbClr val="4F80BC"/>
                </a:solidFill>
                <a:latin typeface="Calibri"/>
                <a:cs typeface="Calibri"/>
              </a:rPr>
              <a:t>C</a:t>
            </a:r>
            <a:r>
              <a:rPr lang="en-IN" sz="2400" b="1" spc="-15" dirty="0">
                <a:solidFill>
                  <a:srgbClr val="4F80BC"/>
                </a:solidFill>
                <a:latin typeface="Calibri"/>
                <a:cs typeface="Calibri"/>
              </a:rPr>
              <a:t>o</a:t>
            </a:r>
            <a:r>
              <a:rPr lang="en-IN" sz="2400" b="1" dirty="0">
                <a:solidFill>
                  <a:srgbClr val="4F80BC"/>
                </a:solidFill>
                <a:latin typeface="Calibri"/>
                <a:cs typeface="Calibri"/>
              </a:rPr>
              <a:t>re</a:t>
            </a:r>
            <a:endParaRPr lang="en-IN" sz="2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30"/>
              </a:spcBef>
            </a:pPr>
            <a:r>
              <a:rPr lang="en-IN" sz="1900" spc="-10" dirty="0">
                <a:latin typeface="Cambria"/>
                <a:cs typeface="Cambria"/>
              </a:rPr>
              <a:t>Nexsense</a:t>
            </a:r>
            <a:r>
              <a:rPr lang="en-IN" sz="1900" spc="-35" dirty="0">
                <a:latin typeface="Times New Roman"/>
                <a:cs typeface="Times New Roman"/>
              </a:rPr>
              <a:t> </a:t>
            </a:r>
            <a:r>
              <a:rPr lang="en-IN" sz="1900" spc="-5" dirty="0">
                <a:latin typeface="Cambria"/>
                <a:cs typeface="Cambria"/>
              </a:rPr>
              <a:t>ingests:</a:t>
            </a:r>
            <a:endParaRPr lang="en-IN" sz="1900" dirty="0">
              <a:latin typeface="Cambria"/>
              <a:cs typeface="Cambria"/>
            </a:endParaRPr>
          </a:p>
          <a:p>
            <a:pPr marL="469265" lvl="1" indent="-304165">
              <a:lnSpc>
                <a:spcPct val="100000"/>
              </a:lnSpc>
              <a:spcBef>
                <a:spcPts val="875"/>
              </a:spcBef>
              <a:buFont typeface="Cambria"/>
              <a:buChar char="•"/>
              <a:tabLst>
                <a:tab pos="469900" algn="l"/>
              </a:tabLst>
            </a:pPr>
            <a:r>
              <a:rPr lang="en-IN" sz="1900" spc="-10" dirty="0">
                <a:latin typeface="Cambria"/>
                <a:cs typeface="Cambria"/>
              </a:rPr>
              <a:t>camer</a:t>
            </a:r>
            <a:r>
              <a:rPr lang="en-IN" sz="1900" dirty="0">
                <a:latin typeface="Cambria"/>
                <a:cs typeface="Cambria"/>
              </a:rPr>
              <a:t>a</a:t>
            </a:r>
            <a:r>
              <a:rPr lang="en-IN" sz="1900" spc="-40" dirty="0">
                <a:latin typeface="Times New Roman"/>
                <a:cs typeface="Times New Roman"/>
              </a:rPr>
              <a:t> </a:t>
            </a:r>
            <a:r>
              <a:rPr lang="en-IN" sz="1900" spc="-10" dirty="0">
                <a:latin typeface="Cambria"/>
                <a:cs typeface="Cambria"/>
              </a:rPr>
              <a:t>sn</a:t>
            </a:r>
            <a:r>
              <a:rPr lang="en-IN" sz="1900" spc="-5" dirty="0">
                <a:latin typeface="Cambria"/>
                <a:cs typeface="Cambria"/>
              </a:rPr>
              <a:t>a</a:t>
            </a:r>
            <a:r>
              <a:rPr lang="en-IN" sz="1900" spc="5" dirty="0">
                <a:latin typeface="Cambria"/>
                <a:cs typeface="Cambria"/>
              </a:rPr>
              <a:t>p</a:t>
            </a:r>
            <a:r>
              <a:rPr lang="en-IN" sz="1900" spc="-10" dirty="0">
                <a:latin typeface="Cambria"/>
                <a:cs typeface="Cambria"/>
              </a:rPr>
              <a:t>sh</a:t>
            </a:r>
            <a:r>
              <a:rPr lang="en-IN" sz="1900" spc="-15" dirty="0">
                <a:latin typeface="Cambria"/>
                <a:cs typeface="Cambria"/>
              </a:rPr>
              <a:t>o</a:t>
            </a:r>
            <a:r>
              <a:rPr lang="en-IN" sz="1900" spc="-5" dirty="0">
                <a:latin typeface="Cambria"/>
                <a:cs typeface="Cambria"/>
              </a:rPr>
              <a:t>t</a:t>
            </a:r>
            <a:r>
              <a:rPr lang="en-IN" sz="1900" dirty="0">
                <a:latin typeface="Cambria"/>
                <a:cs typeface="Cambria"/>
              </a:rPr>
              <a:t>s</a:t>
            </a:r>
            <a:r>
              <a:rPr lang="en-IN" sz="1900" spc="-40" dirty="0">
                <a:latin typeface="Times New Roman"/>
                <a:cs typeface="Times New Roman"/>
              </a:rPr>
              <a:t> </a:t>
            </a:r>
            <a:r>
              <a:rPr lang="en-IN" sz="1900" spc="-10" dirty="0">
                <a:latin typeface="Cambria"/>
                <a:cs typeface="Cambria"/>
              </a:rPr>
              <a:t>&amp;</a:t>
            </a:r>
            <a:r>
              <a:rPr lang="en-IN" sz="1900" spc="-35" dirty="0">
                <a:latin typeface="Times New Roman"/>
                <a:cs typeface="Times New Roman"/>
              </a:rPr>
              <a:t> </a:t>
            </a:r>
            <a:r>
              <a:rPr lang="en-IN" sz="1900" spc="-20" dirty="0">
                <a:latin typeface="Cambria"/>
                <a:cs typeface="Cambria"/>
              </a:rPr>
              <a:t>d</a:t>
            </a:r>
            <a:r>
              <a:rPr lang="en-IN" sz="1900" dirty="0">
                <a:latin typeface="Cambria"/>
                <a:cs typeface="Cambria"/>
              </a:rPr>
              <a:t>e</a:t>
            </a:r>
            <a:r>
              <a:rPr lang="en-IN" sz="1900" spc="-10" dirty="0">
                <a:latin typeface="Cambria"/>
                <a:cs typeface="Cambria"/>
              </a:rPr>
              <a:t>t</a:t>
            </a:r>
            <a:r>
              <a:rPr lang="en-IN" sz="1900" dirty="0">
                <a:latin typeface="Cambria"/>
                <a:cs typeface="Cambria"/>
              </a:rPr>
              <a:t>ect</a:t>
            </a:r>
            <a:r>
              <a:rPr lang="en-IN" sz="1900" spc="-10" dirty="0">
                <a:latin typeface="Cambria"/>
                <a:cs typeface="Cambria"/>
              </a:rPr>
              <a:t>ions</a:t>
            </a:r>
            <a:endParaRPr lang="en-IN" sz="1900" dirty="0">
              <a:latin typeface="Cambria"/>
              <a:cs typeface="Cambria"/>
            </a:endParaRPr>
          </a:p>
          <a:p>
            <a:pPr marL="469265" lvl="1" indent="-304165">
              <a:lnSpc>
                <a:spcPct val="100000"/>
              </a:lnSpc>
              <a:spcBef>
                <a:spcPts val="145"/>
              </a:spcBef>
              <a:buFont typeface="Cambria"/>
              <a:buChar char="•"/>
              <a:tabLst>
                <a:tab pos="469900" algn="l"/>
              </a:tabLst>
            </a:pPr>
            <a:r>
              <a:rPr lang="en-IN" sz="1900" spc="-5" dirty="0">
                <a:latin typeface="Cambria"/>
                <a:cs typeface="Cambria"/>
              </a:rPr>
              <a:t>incid</a:t>
            </a:r>
            <a:r>
              <a:rPr lang="en-IN" sz="1900" spc="-10" dirty="0">
                <a:latin typeface="Cambria"/>
                <a:cs typeface="Cambria"/>
              </a:rPr>
              <a:t>e</a:t>
            </a:r>
            <a:r>
              <a:rPr lang="en-IN" sz="1900" spc="-20" dirty="0">
                <a:latin typeface="Cambria"/>
                <a:cs typeface="Cambria"/>
              </a:rPr>
              <a:t>n</a:t>
            </a:r>
            <a:r>
              <a:rPr lang="en-IN" sz="1900" dirty="0">
                <a:latin typeface="Cambria"/>
                <a:cs typeface="Cambria"/>
              </a:rPr>
              <a:t>t</a:t>
            </a:r>
            <a:r>
              <a:rPr lang="en-IN" sz="1900" spc="-40" dirty="0">
                <a:latin typeface="Times New Roman"/>
                <a:cs typeface="Times New Roman"/>
              </a:rPr>
              <a:t> </a:t>
            </a:r>
            <a:r>
              <a:rPr lang="en-IN" sz="1900" dirty="0">
                <a:latin typeface="Cambria"/>
                <a:cs typeface="Cambria"/>
              </a:rPr>
              <a:t>cli</a:t>
            </a:r>
            <a:r>
              <a:rPr lang="en-IN" sz="1900" spc="5" dirty="0">
                <a:latin typeface="Cambria"/>
                <a:cs typeface="Cambria"/>
              </a:rPr>
              <a:t>p</a:t>
            </a:r>
            <a:r>
              <a:rPr lang="en-IN" sz="1900" spc="-10" dirty="0">
                <a:latin typeface="Cambria"/>
                <a:cs typeface="Cambria"/>
              </a:rPr>
              <a:t>s</a:t>
            </a:r>
            <a:endParaRPr lang="en-IN" sz="1900" dirty="0">
              <a:latin typeface="Cambria"/>
              <a:cs typeface="Cambria"/>
            </a:endParaRPr>
          </a:p>
          <a:p>
            <a:pPr marL="469265" lvl="1" indent="-304165">
              <a:lnSpc>
                <a:spcPct val="100000"/>
              </a:lnSpc>
              <a:spcBef>
                <a:spcPts val="140"/>
              </a:spcBef>
              <a:buFont typeface="Cambria"/>
              <a:buChar char="•"/>
              <a:tabLst>
                <a:tab pos="469900" algn="l"/>
              </a:tabLst>
            </a:pPr>
            <a:r>
              <a:rPr lang="en-IN" sz="1900" spc="-5" dirty="0">
                <a:latin typeface="Cambria"/>
                <a:cs typeface="Cambria"/>
              </a:rPr>
              <a:t>I</a:t>
            </a:r>
            <a:r>
              <a:rPr lang="en-IN" sz="1900" spc="-10" dirty="0">
                <a:latin typeface="Cambria"/>
                <a:cs typeface="Cambria"/>
              </a:rPr>
              <a:t>oT</a:t>
            </a:r>
            <a:r>
              <a:rPr lang="en-IN" sz="1900" spc="-45" dirty="0">
                <a:latin typeface="Times New Roman"/>
                <a:cs typeface="Times New Roman"/>
              </a:rPr>
              <a:t> </a:t>
            </a:r>
            <a:r>
              <a:rPr lang="en-IN" sz="1900" spc="-5" dirty="0">
                <a:latin typeface="Cambria"/>
                <a:cs typeface="Cambria"/>
              </a:rPr>
              <a:t>t</a:t>
            </a:r>
            <a:r>
              <a:rPr lang="en-IN" sz="1900" dirty="0">
                <a:latin typeface="Cambria"/>
                <a:cs typeface="Cambria"/>
              </a:rPr>
              <a:t>e</a:t>
            </a:r>
            <a:r>
              <a:rPr lang="en-IN" sz="1900" spc="-15" dirty="0">
                <a:latin typeface="Cambria"/>
                <a:cs typeface="Cambria"/>
              </a:rPr>
              <a:t>lemetr</a:t>
            </a:r>
            <a:r>
              <a:rPr lang="en-IN" sz="1900" spc="-10" dirty="0">
                <a:latin typeface="Cambria"/>
                <a:cs typeface="Cambria"/>
              </a:rPr>
              <a:t>y</a:t>
            </a:r>
            <a:r>
              <a:rPr lang="en-IN" sz="1900" spc="-40" dirty="0">
                <a:latin typeface="Times New Roman"/>
                <a:cs typeface="Times New Roman"/>
              </a:rPr>
              <a:t> </a:t>
            </a:r>
            <a:r>
              <a:rPr lang="en-IN" sz="1900" spc="-10" dirty="0">
                <a:latin typeface="Cambria"/>
                <a:cs typeface="Cambria"/>
              </a:rPr>
              <a:t>streams</a:t>
            </a:r>
            <a:endParaRPr lang="en-IN" sz="1900" dirty="0">
              <a:latin typeface="Cambria"/>
              <a:cs typeface="Cambria"/>
            </a:endParaRPr>
          </a:p>
          <a:p>
            <a:pPr marL="469265" lvl="1" indent="-304165">
              <a:lnSpc>
                <a:spcPct val="100000"/>
              </a:lnSpc>
              <a:spcBef>
                <a:spcPts val="145"/>
              </a:spcBef>
              <a:buFont typeface="Cambria"/>
              <a:buChar char="•"/>
              <a:tabLst>
                <a:tab pos="469900" algn="l"/>
              </a:tabLst>
            </a:pPr>
            <a:r>
              <a:rPr lang="en-IN" sz="1900" spc="-15" dirty="0">
                <a:latin typeface="Cambria"/>
                <a:cs typeface="Cambria"/>
              </a:rPr>
              <a:t>ass</a:t>
            </a:r>
            <a:r>
              <a:rPr lang="en-IN" sz="1900" spc="-5" dirty="0">
                <a:latin typeface="Cambria"/>
                <a:cs typeface="Cambria"/>
              </a:rPr>
              <a:t>e</a:t>
            </a:r>
            <a:r>
              <a:rPr lang="en-IN" sz="1900" dirty="0">
                <a:latin typeface="Cambria"/>
                <a:cs typeface="Cambria"/>
              </a:rPr>
              <a:t>t</a:t>
            </a:r>
            <a:r>
              <a:rPr lang="en-IN" sz="1900" spc="-40" dirty="0">
                <a:latin typeface="Times New Roman"/>
                <a:cs typeface="Times New Roman"/>
              </a:rPr>
              <a:t> </a:t>
            </a:r>
            <a:r>
              <a:rPr lang="en-IN" sz="1900" spc="-10" dirty="0">
                <a:latin typeface="Cambria"/>
                <a:cs typeface="Cambria"/>
              </a:rPr>
              <a:t>&amp;</a:t>
            </a:r>
            <a:r>
              <a:rPr lang="en-IN" sz="1900" spc="-35" dirty="0">
                <a:latin typeface="Times New Roman"/>
                <a:cs typeface="Times New Roman"/>
              </a:rPr>
              <a:t> </a:t>
            </a:r>
            <a:r>
              <a:rPr lang="en-IN" sz="1900" spc="-20" dirty="0">
                <a:latin typeface="Cambria"/>
                <a:cs typeface="Cambria"/>
              </a:rPr>
              <a:t>z</a:t>
            </a:r>
            <a:r>
              <a:rPr lang="en-IN" sz="1900" spc="-10" dirty="0">
                <a:latin typeface="Cambria"/>
                <a:cs typeface="Cambria"/>
              </a:rPr>
              <a:t>one</a:t>
            </a:r>
            <a:r>
              <a:rPr lang="en-IN" sz="1900" spc="-40" dirty="0">
                <a:latin typeface="Times New Roman"/>
                <a:cs typeface="Times New Roman"/>
              </a:rPr>
              <a:t> </a:t>
            </a:r>
            <a:r>
              <a:rPr lang="en-IN" sz="1900" dirty="0">
                <a:latin typeface="Cambria"/>
                <a:cs typeface="Cambria"/>
              </a:rPr>
              <a:t>met</a:t>
            </a:r>
            <a:r>
              <a:rPr lang="en-IN" sz="1900" spc="-15" dirty="0">
                <a:latin typeface="Cambria"/>
                <a:cs typeface="Cambria"/>
              </a:rPr>
              <a:t>ad</a:t>
            </a:r>
            <a:r>
              <a:rPr lang="en-IN" sz="1900" spc="-5" dirty="0">
                <a:latin typeface="Cambria"/>
                <a:cs typeface="Cambria"/>
              </a:rPr>
              <a:t>a</a:t>
            </a:r>
            <a:r>
              <a:rPr lang="en-IN" sz="1900" dirty="0">
                <a:latin typeface="Cambria"/>
                <a:cs typeface="Cambria"/>
              </a:rPr>
              <a:t>ta</a:t>
            </a:r>
          </a:p>
          <a:p>
            <a:pPr marL="469265" lvl="1" indent="-304165">
              <a:lnSpc>
                <a:spcPct val="100000"/>
              </a:lnSpc>
              <a:spcBef>
                <a:spcPts val="155"/>
              </a:spcBef>
              <a:buFont typeface="Cambria"/>
              <a:buChar char="•"/>
              <a:tabLst>
                <a:tab pos="469900" algn="l"/>
              </a:tabLst>
            </a:pPr>
            <a:r>
              <a:rPr lang="en-IN" sz="1900" spc="-10" dirty="0">
                <a:latin typeface="Cambria"/>
                <a:cs typeface="Cambria"/>
              </a:rPr>
              <a:t>histor</a:t>
            </a:r>
            <a:r>
              <a:rPr lang="en-IN" sz="1900" dirty="0">
                <a:latin typeface="Cambria"/>
                <a:cs typeface="Cambria"/>
              </a:rPr>
              <a:t>ical</a:t>
            </a:r>
            <a:r>
              <a:rPr lang="en-IN" sz="1900" spc="-40" dirty="0">
                <a:latin typeface="Times New Roman"/>
                <a:cs typeface="Times New Roman"/>
              </a:rPr>
              <a:t> </a:t>
            </a:r>
            <a:r>
              <a:rPr lang="en-IN" sz="1900" spc="-10" dirty="0">
                <a:latin typeface="Cambria"/>
                <a:cs typeface="Cambria"/>
              </a:rPr>
              <a:t>e</a:t>
            </a:r>
            <a:r>
              <a:rPr lang="en-IN" sz="1900" spc="-15" dirty="0">
                <a:latin typeface="Cambria"/>
                <a:cs typeface="Cambria"/>
              </a:rPr>
              <a:t>v</a:t>
            </a:r>
            <a:r>
              <a:rPr lang="en-IN" sz="1900" spc="-10" dirty="0">
                <a:latin typeface="Cambria"/>
                <a:cs typeface="Cambria"/>
              </a:rPr>
              <a:t>en</a:t>
            </a:r>
            <a:r>
              <a:rPr lang="en-IN" sz="1900" dirty="0">
                <a:latin typeface="Cambria"/>
                <a:cs typeface="Cambria"/>
              </a:rPr>
              <a:t>t</a:t>
            </a:r>
            <a:r>
              <a:rPr lang="en-IN" sz="1900" spc="-40" dirty="0">
                <a:latin typeface="Times New Roman"/>
                <a:cs typeface="Times New Roman"/>
              </a:rPr>
              <a:t> </a:t>
            </a:r>
            <a:r>
              <a:rPr lang="en-IN" sz="1900" spc="-5" dirty="0">
                <a:latin typeface="Cambria"/>
                <a:cs typeface="Cambria"/>
              </a:rPr>
              <a:t>log</a:t>
            </a:r>
            <a:r>
              <a:rPr lang="en-IN" sz="1900" spc="-10" dirty="0">
                <a:latin typeface="Cambria"/>
                <a:cs typeface="Cambria"/>
              </a:rPr>
              <a:t>s</a:t>
            </a:r>
            <a:endParaRPr lang="en-IN" sz="1900" dirty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865"/>
              </a:spcBef>
            </a:pPr>
            <a:r>
              <a:rPr lang="en-IN" sz="1900" dirty="0">
                <a:latin typeface="Cambria"/>
                <a:cs typeface="Cambria"/>
              </a:rPr>
              <a:t>Data</a:t>
            </a:r>
            <a:r>
              <a:rPr lang="en-IN" sz="1900" spc="-35" dirty="0">
                <a:latin typeface="Times New Roman"/>
                <a:cs typeface="Times New Roman"/>
              </a:rPr>
              <a:t> </a:t>
            </a:r>
            <a:r>
              <a:rPr lang="en-IN" sz="1900" spc="-5" dirty="0">
                <a:latin typeface="Cambria"/>
                <a:cs typeface="Cambria"/>
              </a:rPr>
              <a:t>is</a:t>
            </a:r>
            <a:r>
              <a:rPr lang="en-IN" sz="1900" spc="-40" dirty="0">
                <a:latin typeface="Times New Roman"/>
                <a:cs typeface="Times New Roman"/>
              </a:rPr>
              <a:t> </a:t>
            </a:r>
            <a:r>
              <a:rPr lang="en-IN" sz="1900" dirty="0">
                <a:latin typeface="Cambria"/>
                <a:cs typeface="Cambria"/>
              </a:rPr>
              <a:t>n</a:t>
            </a:r>
            <a:r>
              <a:rPr lang="en-IN" sz="1900" spc="-10" dirty="0">
                <a:latin typeface="Cambria"/>
                <a:cs typeface="Cambria"/>
              </a:rPr>
              <a:t>o</a:t>
            </a:r>
            <a:r>
              <a:rPr lang="en-IN" sz="1900" spc="-15" dirty="0">
                <a:latin typeface="Cambria"/>
                <a:cs typeface="Cambria"/>
              </a:rPr>
              <a:t>r</a:t>
            </a:r>
            <a:r>
              <a:rPr lang="en-IN" sz="1900" dirty="0">
                <a:latin typeface="Cambria"/>
                <a:cs typeface="Cambria"/>
              </a:rPr>
              <a:t>mali</a:t>
            </a:r>
            <a:r>
              <a:rPr lang="en-IN" sz="1900" spc="-5" dirty="0">
                <a:latin typeface="Cambria"/>
                <a:cs typeface="Cambria"/>
              </a:rPr>
              <a:t>z</a:t>
            </a:r>
            <a:r>
              <a:rPr lang="en-IN" sz="1900" spc="-10" dirty="0">
                <a:latin typeface="Cambria"/>
                <a:cs typeface="Cambria"/>
              </a:rPr>
              <a:t>ed</a:t>
            </a:r>
            <a:r>
              <a:rPr lang="en-IN" sz="1900" spc="-30" dirty="0">
                <a:latin typeface="Times New Roman"/>
                <a:cs typeface="Times New Roman"/>
              </a:rPr>
              <a:t> </a:t>
            </a:r>
            <a:r>
              <a:rPr lang="en-IN" sz="1900" spc="-5" dirty="0">
                <a:latin typeface="Cambria"/>
                <a:cs typeface="Cambria"/>
              </a:rPr>
              <a:t>in</a:t>
            </a:r>
            <a:r>
              <a:rPr lang="en-IN" sz="1900" spc="-10" dirty="0">
                <a:latin typeface="Cambria"/>
                <a:cs typeface="Cambria"/>
              </a:rPr>
              <a:t>to:</a:t>
            </a:r>
            <a:endParaRPr lang="en-IN" sz="1900" dirty="0">
              <a:latin typeface="Cambria"/>
              <a:cs typeface="Cambria"/>
            </a:endParaRPr>
          </a:p>
          <a:p>
            <a:pPr marL="469265" lvl="1" indent="-304165">
              <a:lnSpc>
                <a:spcPct val="100000"/>
              </a:lnSpc>
              <a:spcBef>
                <a:spcPts val="865"/>
              </a:spcBef>
              <a:buFont typeface="Cambria"/>
              <a:buChar char="•"/>
              <a:tabLst>
                <a:tab pos="469900" algn="l"/>
              </a:tabLst>
            </a:pPr>
            <a:r>
              <a:rPr lang="en-IN" sz="1900" spc="-15" dirty="0">
                <a:latin typeface="Cambria"/>
                <a:cs typeface="Cambria"/>
              </a:rPr>
              <a:t>ass</a:t>
            </a:r>
            <a:r>
              <a:rPr lang="en-IN" sz="1900" spc="-5" dirty="0">
                <a:latin typeface="Cambria"/>
                <a:cs typeface="Cambria"/>
              </a:rPr>
              <a:t>ets</a:t>
            </a:r>
            <a:endParaRPr lang="en-IN" sz="1900" dirty="0">
              <a:latin typeface="Cambria"/>
              <a:cs typeface="Cambria"/>
            </a:endParaRPr>
          </a:p>
          <a:p>
            <a:pPr marL="469265" lvl="1" indent="-304165">
              <a:lnSpc>
                <a:spcPct val="100000"/>
              </a:lnSpc>
              <a:spcBef>
                <a:spcPts val="145"/>
              </a:spcBef>
              <a:buFont typeface="Cambria"/>
              <a:buChar char="•"/>
              <a:tabLst>
                <a:tab pos="469900" algn="l"/>
              </a:tabLst>
            </a:pPr>
            <a:r>
              <a:rPr lang="en-IN" sz="1900" spc="-20" dirty="0">
                <a:latin typeface="Cambria"/>
                <a:cs typeface="Cambria"/>
              </a:rPr>
              <a:t>z</a:t>
            </a:r>
            <a:r>
              <a:rPr lang="en-IN" sz="1900" spc="-10" dirty="0">
                <a:latin typeface="Cambria"/>
                <a:cs typeface="Cambria"/>
              </a:rPr>
              <a:t>ones</a:t>
            </a:r>
            <a:endParaRPr lang="en-IN" sz="1900" dirty="0">
              <a:latin typeface="Cambria"/>
              <a:cs typeface="Cambria"/>
            </a:endParaRPr>
          </a:p>
          <a:p>
            <a:pPr marL="469265" lvl="1" indent="-304165">
              <a:lnSpc>
                <a:spcPct val="100000"/>
              </a:lnSpc>
              <a:spcBef>
                <a:spcPts val="140"/>
              </a:spcBef>
              <a:buFont typeface="Cambria"/>
              <a:buChar char="•"/>
              <a:tabLst>
                <a:tab pos="469900" algn="l"/>
              </a:tabLst>
            </a:pPr>
            <a:r>
              <a:rPr lang="en-IN" sz="1900" spc="-10" dirty="0">
                <a:latin typeface="Cambria"/>
                <a:cs typeface="Cambria"/>
              </a:rPr>
              <a:t>came</a:t>
            </a:r>
            <a:r>
              <a:rPr lang="en-IN" sz="1900" spc="-15" dirty="0">
                <a:latin typeface="Cambria"/>
                <a:cs typeface="Cambria"/>
              </a:rPr>
              <a:t>ras</a:t>
            </a:r>
            <a:endParaRPr lang="en-IN" sz="1900" dirty="0">
              <a:latin typeface="Cambria"/>
              <a:cs typeface="Cambria"/>
            </a:endParaRPr>
          </a:p>
          <a:p>
            <a:pPr marL="469265" lvl="1" indent="-304165">
              <a:lnSpc>
                <a:spcPct val="100000"/>
              </a:lnSpc>
              <a:spcBef>
                <a:spcPts val="155"/>
              </a:spcBef>
              <a:buFont typeface="Cambria"/>
              <a:buChar char="•"/>
              <a:tabLst>
                <a:tab pos="469900" algn="l"/>
              </a:tabLst>
            </a:pPr>
            <a:r>
              <a:rPr lang="en-IN" sz="1900" spc="-10" dirty="0">
                <a:latin typeface="Cambria"/>
                <a:cs typeface="Cambria"/>
              </a:rPr>
              <a:t>events</a:t>
            </a:r>
            <a:endParaRPr lang="en-IN" sz="1900" dirty="0">
              <a:latin typeface="Cambria"/>
              <a:cs typeface="Cambria"/>
            </a:endParaRPr>
          </a:p>
          <a:p>
            <a:pPr marL="469265" lvl="1" indent="-304165">
              <a:lnSpc>
                <a:spcPct val="100000"/>
              </a:lnSpc>
              <a:spcBef>
                <a:spcPts val="145"/>
              </a:spcBef>
              <a:buFont typeface="Cambria"/>
              <a:buChar char="•"/>
              <a:tabLst>
                <a:tab pos="469900" algn="l"/>
              </a:tabLst>
            </a:pPr>
            <a:r>
              <a:rPr lang="en-IN" sz="1900" spc="-5" dirty="0">
                <a:latin typeface="Cambria"/>
                <a:cs typeface="Cambria"/>
              </a:rPr>
              <a:t>t</a:t>
            </a:r>
            <a:r>
              <a:rPr lang="en-IN" sz="1900" dirty="0">
                <a:latin typeface="Cambria"/>
                <a:cs typeface="Cambria"/>
              </a:rPr>
              <a:t>i</a:t>
            </a:r>
            <a:r>
              <a:rPr lang="en-IN" sz="1900" spc="-10" dirty="0">
                <a:latin typeface="Cambria"/>
                <a:cs typeface="Cambria"/>
              </a:rPr>
              <a:t>me</a:t>
            </a:r>
            <a:r>
              <a:rPr lang="en-IN" sz="1900" spc="-5" dirty="0">
                <a:latin typeface="Cambria"/>
                <a:cs typeface="Cambria"/>
              </a:rPr>
              <a:t>-series</a:t>
            </a:r>
            <a:r>
              <a:rPr lang="en-IN" sz="1900" spc="-40" dirty="0">
                <a:latin typeface="Times New Roman"/>
                <a:cs typeface="Times New Roman"/>
              </a:rPr>
              <a:t> </a:t>
            </a:r>
            <a:r>
              <a:rPr lang="en-IN" sz="1900" dirty="0">
                <a:latin typeface="Cambria"/>
                <a:cs typeface="Cambria"/>
              </a:rPr>
              <a:t>t</a:t>
            </a:r>
            <a:r>
              <a:rPr lang="en-IN" sz="1900" spc="-15" dirty="0">
                <a:latin typeface="Cambria"/>
                <a:cs typeface="Cambria"/>
              </a:rPr>
              <a:t>races</a:t>
            </a:r>
            <a:endParaRPr lang="en-IN" sz="1900" dirty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865"/>
              </a:spcBef>
            </a:pPr>
            <a:r>
              <a:rPr lang="en-IN" sz="1900" spc="-10" dirty="0">
                <a:latin typeface="Cambria"/>
                <a:cs typeface="Cambria"/>
              </a:rPr>
              <a:t>T</a:t>
            </a:r>
            <a:r>
              <a:rPr lang="en-IN" sz="1900" spc="-20" dirty="0">
                <a:latin typeface="Cambria"/>
                <a:cs typeface="Cambria"/>
              </a:rPr>
              <a:t>h</a:t>
            </a:r>
            <a:r>
              <a:rPr lang="en-IN" sz="1900" spc="-5" dirty="0">
                <a:latin typeface="Cambria"/>
                <a:cs typeface="Cambria"/>
              </a:rPr>
              <a:t>is</a:t>
            </a:r>
            <a:r>
              <a:rPr lang="en-IN" sz="1900" spc="-40" dirty="0">
                <a:latin typeface="Times New Roman"/>
                <a:cs typeface="Times New Roman"/>
              </a:rPr>
              <a:t> </a:t>
            </a:r>
            <a:r>
              <a:rPr lang="en-IN" sz="1900" spc="5" dirty="0">
                <a:latin typeface="Cambria"/>
                <a:cs typeface="Cambria"/>
              </a:rPr>
              <a:t>p</a:t>
            </a:r>
            <a:r>
              <a:rPr lang="en-IN" sz="1900" dirty="0">
                <a:latin typeface="Cambria"/>
                <a:cs typeface="Cambria"/>
              </a:rPr>
              <a:t>o</a:t>
            </a:r>
            <a:r>
              <a:rPr lang="en-IN" sz="1900" spc="-10" dirty="0">
                <a:latin typeface="Cambria"/>
                <a:cs typeface="Cambria"/>
              </a:rPr>
              <a:t>w</a:t>
            </a:r>
            <a:r>
              <a:rPr lang="en-IN" sz="1900" spc="-5" dirty="0">
                <a:latin typeface="Cambria"/>
                <a:cs typeface="Cambria"/>
              </a:rPr>
              <a:t>ers:</a:t>
            </a:r>
            <a:endParaRPr lang="en-IN" sz="1900" dirty="0">
              <a:latin typeface="Cambria"/>
              <a:cs typeface="Cambria"/>
            </a:endParaRPr>
          </a:p>
          <a:p>
            <a:pPr marL="469265" lvl="1" indent="-304165">
              <a:lnSpc>
                <a:spcPct val="100000"/>
              </a:lnSpc>
              <a:spcBef>
                <a:spcPts val="865"/>
              </a:spcBef>
              <a:buFont typeface="Cambria"/>
              <a:buChar char="•"/>
              <a:tabLst>
                <a:tab pos="469900" algn="l"/>
              </a:tabLst>
            </a:pPr>
            <a:r>
              <a:rPr lang="en-IN" sz="1900" spc="-10" dirty="0">
                <a:latin typeface="Cambria"/>
                <a:cs typeface="Cambria"/>
              </a:rPr>
              <a:t>r</a:t>
            </a:r>
            <a:r>
              <a:rPr lang="en-IN" sz="1900" dirty="0">
                <a:latin typeface="Cambria"/>
                <a:cs typeface="Cambria"/>
              </a:rPr>
              <a:t>ea</a:t>
            </a:r>
            <a:r>
              <a:rPr lang="en-IN" sz="1900" spc="-5" dirty="0">
                <a:latin typeface="Cambria"/>
                <a:cs typeface="Cambria"/>
              </a:rPr>
              <a:t>l-t</a:t>
            </a:r>
            <a:r>
              <a:rPr lang="en-IN" sz="1900" dirty="0">
                <a:latin typeface="Cambria"/>
                <a:cs typeface="Cambria"/>
              </a:rPr>
              <a:t>i</a:t>
            </a:r>
            <a:r>
              <a:rPr lang="en-IN" sz="1900" spc="-10" dirty="0">
                <a:latin typeface="Cambria"/>
                <a:cs typeface="Cambria"/>
              </a:rPr>
              <a:t>me</a:t>
            </a:r>
            <a:r>
              <a:rPr lang="en-IN" sz="1900" spc="-40" dirty="0">
                <a:latin typeface="Times New Roman"/>
                <a:cs typeface="Times New Roman"/>
              </a:rPr>
              <a:t> </a:t>
            </a:r>
            <a:r>
              <a:rPr lang="en-IN" sz="1900" spc="-5" dirty="0">
                <a:latin typeface="Cambria"/>
                <a:cs typeface="Cambria"/>
              </a:rPr>
              <a:t>situat</a:t>
            </a:r>
            <a:r>
              <a:rPr lang="en-IN" sz="1900" dirty="0">
                <a:latin typeface="Cambria"/>
                <a:cs typeface="Cambria"/>
              </a:rPr>
              <a:t>ional</a:t>
            </a:r>
            <a:r>
              <a:rPr lang="en-IN" sz="1900" spc="-40" dirty="0">
                <a:latin typeface="Times New Roman"/>
                <a:cs typeface="Times New Roman"/>
              </a:rPr>
              <a:t> </a:t>
            </a:r>
            <a:r>
              <a:rPr lang="en-IN" sz="1900" dirty="0">
                <a:latin typeface="Cambria"/>
                <a:cs typeface="Cambria"/>
              </a:rPr>
              <a:t>a</a:t>
            </a:r>
            <a:r>
              <a:rPr lang="en-IN" sz="1900" spc="-20" dirty="0">
                <a:latin typeface="Cambria"/>
                <a:cs typeface="Cambria"/>
              </a:rPr>
              <a:t>w</a:t>
            </a:r>
            <a:r>
              <a:rPr lang="en-IN" sz="1900" spc="-15" dirty="0">
                <a:latin typeface="Cambria"/>
                <a:cs typeface="Cambria"/>
              </a:rPr>
              <a:t>aren</a:t>
            </a:r>
            <a:r>
              <a:rPr lang="en-IN" sz="1900" spc="-5" dirty="0">
                <a:latin typeface="Cambria"/>
                <a:cs typeface="Cambria"/>
              </a:rPr>
              <a:t>e</a:t>
            </a:r>
            <a:r>
              <a:rPr lang="en-IN" sz="1900" spc="-10" dirty="0">
                <a:latin typeface="Cambria"/>
                <a:cs typeface="Cambria"/>
              </a:rPr>
              <a:t>ss</a:t>
            </a:r>
            <a:endParaRPr lang="en-IN" sz="1900" dirty="0">
              <a:latin typeface="Cambria"/>
              <a:cs typeface="Cambria"/>
            </a:endParaRPr>
          </a:p>
          <a:p>
            <a:pPr marL="469265" lvl="1" indent="-304165">
              <a:lnSpc>
                <a:spcPct val="100000"/>
              </a:lnSpc>
              <a:spcBef>
                <a:spcPts val="160"/>
              </a:spcBef>
              <a:buFont typeface="Cambria"/>
              <a:buChar char="•"/>
              <a:tabLst>
                <a:tab pos="469900" algn="l"/>
              </a:tabLst>
            </a:pPr>
            <a:r>
              <a:rPr lang="en-IN" sz="1900" spc="-10" dirty="0">
                <a:latin typeface="Cambria"/>
                <a:cs typeface="Cambria"/>
              </a:rPr>
              <a:t>co</a:t>
            </a:r>
            <a:r>
              <a:rPr lang="en-IN" sz="1900" spc="-15" dirty="0">
                <a:latin typeface="Cambria"/>
                <a:cs typeface="Cambria"/>
              </a:rPr>
              <a:t>r</a:t>
            </a:r>
            <a:r>
              <a:rPr lang="en-IN" sz="1900" spc="-10" dirty="0">
                <a:latin typeface="Cambria"/>
                <a:cs typeface="Cambria"/>
              </a:rPr>
              <a:t>r</a:t>
            </a:r>
            <a:r>
              <a:rPr lang="en-IN" sz="1900" dirty="0">
                <a:latin typeface="Cambria"/>
                <a:cs typeface="Cambria"/>
              </a:rPr>
              <a:t>ela</a:t>
            </a:r>
            <a:r>
              <a:rPr lang="en-IN" sz="1900" spc="-5" dirty="0">
                <a:latin typeface="Cambria"/>
                <a:cs typeface="Cambria"/>
              </a:rPr>
              <a:t>t</a:t>
            </a:r>
            <a:r>
              <a:rPr lang="en-IN" sz="1900" dirty="0">
                <a:latin typeface="Cambria"/>
                <a:cs typeface="Cambria"/>
              </a:rPr>
              <a:t>i</a:t>
            </a:r>
            <a:r>
              <a:rPr lang="en-IN" sz="1900" spc="-10" dirty="0">
                <a:latin typeface="Cambria"/>
                <a:cs typeface="Cambria"/>
              </a:rPr>
              <a:t>on</a:t>
            </a:r>
            <a:r>
              <a:rPr lang="en-IN" sz="1900" spc="-40" dirty="0">
                <a:latin typeface="Times New Roman"/>
                <a:cs typeface="Times New Roman"/>
              </a:rPr>
              <a:t> </a:t>
            </a:r>
            <a:r>
              <a:rPr lang="en-IN" sz="1900" spc="-5" dirty="0">
                <a:latin typeface="Cambria"/>
                <a:cs typeface="Cambria"/>
              </a:rPr>
              <a:t>a</a:t>
            </a:r>
            <a:r>
              <a:rPr lang="en-IN" sz="1900" dirty="0">
                <a:latin typeface="Cambria"/>
                <a:cs typeface="Cambria"/>
              </a:rPr>
              <a:t>n</a:t>
            </a:r>
            <a:r>
              <a:rPr lang="en-IN" sz="1900" spc="-5" dirty="0">
                <a:latin typeface="Cambria"/>
                <a:cs typeface="Cambria"/>
              </a:rPr>
              <a:t>alysis</a:t>
            </a:r>
            <a:endParaRPr lang="en-IN" sz="1900" dirty="0">
              <a:latin typeface="Cambria"/>
              <a:cs typeface="Cambria"/>
            </a:endParaRPr>
          </a:p>
          <a:p>
            <a:pPr marL="469265" lvl="1" indent="-304165">
              <a:lnSpc>
                <a:spcPct val="100000"/>
              </a:lnSpc>
              <a:spcBef>
                <a:spcPts val="145"/>
              </a:spcBef>
              <a:buFont typeface="Cambria"/>
              <a:buChar char="•"/>
              <a:tabLst>
                <a:tab pos="469900" algn="l"/>
              </a:tabLst>
            </a:pPr>
            <a:r>
              <a:rPr lang="en-IN" sz="1900" spc="-5" dirty="0">
                <a:latin typeface="Cambria"/>
                <a:cs typeface="Cambria"/>
              </a:rPr>
              <a:t>t</a:t>
            </a:r>
            <a:r>
              <a:rPr lang="en-IN" sz="1900" dirty="0">
                <a:latin typeface="Cambria"/>
                <a:cs typeface="Cambria"/>
              </a:rPr>
              <a:t>e</a:t>
            </a:r>
            <a:r>
              <a:rPr lang="en-IN" sz="1900" spc="-10" dirty="0">
                <a:latin typeface="Cambria"/>
                <a:cs typeface="Cambria"/>
              </a:rPr>
              <a:t>mpor</a:t>
            </a:r>
            <a:r>
              <a:rPr lang="en-IN" sz="1900" spc="-5" dirty="0">
                <a:latin typeface="Cambria"/>
                <a:cs typeface="Cambria"/>
              </a:rPr>
              <a:t>a</a:t>
            </a:r>
            <a:r>
              <a:rPr lang="en-IN" sz="1900" dirty="0">
                <a:latin typeface="Cambria"/>
                <a:cs typeface="Cambria"/>
              </a:rPr>
              <a:t>l</a:t>
            </a:r>
            <a:r>
              <a:rPr lang="en-IN" sz="1900" spc="-40" dirty="0">
                <a:latin typeface="Times New Roman"/>
                <a:cs typeface="Times New Roman"/>
              </a:rPr>
              <a:t> </a:t>
            </a:r>
            <a:r>
              <a:rPr lang="en-IN" sz="1900" dirty="0">
                <a:latin typeface="Cambria"/>
                <a:cs typeface="Cambria"/>
              </a:rPr>
              <a:t>p</a:t>
            </a:r>
            <a:r>
              <a:rPr lang="en-IN" sz="1900" spc="-5" dirty="0">
                <a:latin typeface="Cambria"/>
                <a:cs typeface="Cambria"/>
              </a:rPr>
              <a:t>a</a:t>
            </a:r>
            <a:r>
              <a:rPr lang="en-IN" sz="1900" dirty="0">
                <a:latin typeface="Cambria"/>
                <a:cs typeface="Cambria"/>
              </a:rPr>
              <a:t>t</a:t>
            </a:r>
            <a:r>
              <a:rPr lang="en-IN" sz="1900" spc="-5" dirty="0">
                <a:latin typeface="Cambria"/>
                <a:cs typeface="Cambria"/>
              </a:rPr>
              <a:t>t</a:t>
            </a:r>
            <a:r>
              <a:rPr lang="en-IN" sz="1900" dirty="0">
                <a:latin typeface="Cambria"/>
                <a:cs typeface="Cambria"/>
              </a:rPr>
              <a:t>e</a:t>
            </a:r>
            <a:r>
              <a:rPr lang="en-IN" sz="1900" spc="-10" dirty="0">
                <a:latin typeface="Cambria"/>
                <a:cs typeface="Cambria"/>
              </a:rPr>
              <a:t>r</a:t>
            </a:r>
            <a:r>
              <a:rPr lang="en-IN" sz="1900" dirty="0">
                <a:latin typeface="Cambria"/>
                <a:cs typeface="Cambria"/>
              </a:rPr>
              <a:t>n</a:t>
            </a:r>
            <a:r>
              <a:rPr lang="en-IN" sz="1900" spc="-50" dirty="0">
                <a:latin typeface="Times New Roman"/>
                <a:cs typeface="Times New Roman"/>
              </a:rPr>
              <a:t> </a:t>
            </a:r>
            <a:r>
              <a:rPr lang="en-IN" sz="1900" spc="-5" dirty="0">
                <a:latin typeface="Cambria"/>
                <a:cs typeface="Cambria"/>
              </a:rPr>
              <a:t>disc</a:t>
            </a:r>
            <a:r>
              <a:rPr lang="en-IN" sz="1900" spc="-25" dirty="0">
                <a:latin typeface="Cambria"/>
                <a:cs typeface="Cambria"/>
              </a:rPr>
              <a:t>o</a:t>
            </a:r>
            <a:r>
              <a:rPr lang="en-IN" sz="1900" spc="-15" dirty="0">
                <a:latin typeface="Cambria"/>
                <a:cs typeface="Cambria"/>
              </a:rPr>
              <a:t>v</a:t>
            </a:r>
            <a:r>
              <a:rPr lang="en-IN" sz="1900" spc="-10" dirty="0">
                <a:latin typeface="Cambria"/>
                <a:cs typeface="Cambria"/>
              </a:rPr>
              <a:t>ery</a:t>
            </a:r>
            <a:endParaRPr lang="en-IN" sz="1900" dirty="0">
              <a:latin typeface="Cambria"/>
              <a:cs typeface="Cambria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7973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EE7A4F-3C87-334D-943B-F90EDD8865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42278"/>
            <a:ext cx="10515600" cy="5434685"/>
          </a:xfrm>
        </p:spPr>
        <p:txBody>
          <a:bodyPr>
            <a:normAutofit/>
          </a:bodyPr>
          <a:lstStyle/>
          <a:p>
            <a:pPr marL="196850" indent="-184150">
              <a:lnSpc>
                <a:spcPct val="100000"/>
              </a:lnSpc>
              <a:buClr>
                <a:srgbClr val="4F80BC"/>
              </a:buClr>
              <a:buFont typeface="Calibri"/>
              <a:buAutoNum type="arabicParenR" startAt="2"/>
              <a:tabLst>
                <a:tab pos="197485" algn="l"/>
              </a:tabLst>
            </a:pPr>
            <a:r>
              <a:rPr lang="en-IN" sz="2400" b="1" spc="-5" dirty="0">
                <a:solidFill>
                  <a:srgbClr val="4F80BC"/>
                </a:solidFill>
                <a:latin typeface="Calibri"/>
                <a:cs typeface="Calibri"/>
              </a:rPr>
              <a:t>Vi</a:t>
            </a:r>
            <a:r>
              <a:rPr lang="en-IN" sz="2400" b="1" dirty="0">
                <a:solidFill>
                  <a:srgbClr val="4F80BC"/>
                </a:solidFill>
                <a:latin typeface="Calibri"/>
                <a:cs typeface="Calibri"/>
              </a:rPr>
              <a:t>sion</a:t>
            </a:r>
            <a:r>
              <a:rPr lang="en-IN" sz="2400" b="1" spc="-35" dirty="0">
                <a:solidFill>
                  <a:srgbClr val="4F80BC"/>
                </a:solidFill>
                <a:latin typeface="Times New Roman"/>
                <a:cs typeface="Times New Roman"/>
              </a:rPr>
              <a:t> </a:t>
            </a:r>
            <a:r>
              <a:rPr lang="en-IN" sz="2400" b="1" dirty="0">
                <a:solidFill>
                  <a:srgbClr val="4F80BC"/>
                </a:solidFill>
                <a:latin typeface="Calibri"/>
                <a:cs typeface="Calibri"/>
              </a:rPr>
              <a:t>AI</a:t>
            </a:r>
            <a:r>
              <a:rPr lang="en-IN" sz="2400" b="1" spc="-40" dirty="0">
                <a:solidFill>
                  <a:srgbClr val="4F80BC"/>
                </a:solidFill>
                <a:latin typeface="Times New Roman"/>
                <a:cs typeface="Times New Roman"/>
              </a:rPr>
              <a:t> </a:t>
            </a:r>
            <a:r>
              <a:rPr lang="en-IN" sz="2400" b="1" spc="-5" dirty="0">
                <a:solidFill>
                  <a:srgbClr val="4F80BC"/>
                </a:solidFill>
                <a:latin typeface="Calibri"/>
                <a:cs typeface="Calibri"/>
              </a:rPr>
              <a:t>Cap</a:t>
            </a:r>
            <a:r>
              <a:rPr lang="en-IN" sz="2400" b="1" dirty="0">
                <a:solidFill>
                  <a:srgbClr val="4F80BC"/>
                </a:solidFill>
                <a:latin typeface="Calibri"/>
                <a:cs typeface="Calibri"/>
              </a:rPr>
              <a:t>a</a:t>
            </a:r>
            <a:r>
              <a:rPr lang="en-IN" sz="2400" b="1" spc="-10" dirty="0">
                <a:solidFill>
                  <a:srgbClr val="4F80BC"/>
                </a:solidFill>
                <a:latin typeface="Calibri"/>
                <a:cs typeface="Calibri"/>
              </a:rPr>
              <a:t>b</a:t>
            </a:r>
            <a:r>
              <a:rPr lang="en-IN" sz="2400" b="1" dirty="0">
                <a:solidFill>
                  <a:srgbClr val="4F80BC"/>
                </a:solidFill>
                <a:latin typeface="Calibri"/>
                <a:cs typeface="Calibri"/>
              </a:rPr>
              <a:t>il</a:t>
            </a:r>
            <a:r>
              <a:rPr lang="en-IN" sz="2400" b="1" spc="-10" dirty="0">
                <a:solidFill>
                  <a:srgbClr val="4F80BC"/>
                </a:solidFill>
                <a:latin typeface="Calibri"/>
                <a:cs typeface="Calibri"/>
              </a:rPr>
              <a:t>it</a:t>
            </a:r>
            <a:r>
              <a:rPr lang="en-IN" sz="2400" b="1" dirty="0">
                <a:solidFill>
                  <a:srgbClr val="4F80BC"/>
                </a:solidFill>
                <a:latin typeface="Calibri"/>
                <a:cs typeface="Calibri"/>
              </a:rPr>
              <a:t>ies</a:t>
            </a:r>
            <a:endParaRPr lang="en-IN" sz="2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30"/>
              </a:spcBef>
            </a:pPr>
            <a:r>
              <a:rPr lang="en-IN" sz="2000" spc="-10" dirty="0">
                <a:latin typeface="Cambria"/>
                <a:cs typeface="Cambria"/>
              </a:rPr>
              <a:t>Nexsense</a:t>
            </a:r>
            <a:r>
              <a:rPr lang="en-IN" sz="2000" spc="-35" dirty="0">
                <a:latin typeface="Times New Roman"/>
                <a:cs typeface="Times New Roman"/>
              </a:rPr>
              <a:t> </a:t>
            </a:r>
            <a:r>
              <a:rPr lang="en-IN" sz="2000" spc="-5" dirty="0">
                <a:latin typeface="Cambria"/>
                <a:cs typeface="Cambria"/>
              </a:rPr>
              <a:t>a</a:t>
            </a:r>
            <a:r>
              <a:rPr lang="en-IN" sz="2000" spc="5" dirty="0">
                <a:latin typeface="Cambria"/>
                <a:cs typeface="Cambria"/>
              </a:rPr>
              <a:t>p</a:t>
            </a:r>
            <a:r>
              <a:rPr lang="en-IN" sz="2000" dirty="0">
                <a:latin typeface="Cambria"/>
                <a:cs typeface="Cambria"/>
              </a:rPr>
              <a:t>p</a:t>
            </a:r>
            <a:r>
              <a:rPr lang="en-IN" sz="2000" spc="-5" dirty="0">
                <a:latin typeface="Cambria"/>
                <a:cs typeface="Cambria"/>
              </a:rPr>
              <a:t>l</a:t>
            </a:r>
            <a:r>
              <a:rPr lang="en-IN" sz="2000" spc="-15" dirty="0">
                <a:latin typeface="Cambria"/>
                <a:cs typeface="Cambria"/>
              </a:rPr>
              <a:t>i</a:t>
            </a:r>
            <a:r>
              <a:rPr lang="en-IN" sz="2000" spc="-10" dirty="0">
                <a:latin typeface="Cambria"/>
                <a:cs typeface="Cambria"/>
              </a:rPr>
              <a:t>es</a:t>
            </a:r>
            <a:r>
              <a:rPr lang="en-IN" sz="2000" spc="-40" dirty="0">
                <a:latin typeface="Times New Roman"/>
                <a:cs typeface="Times New Roman"/>
              </a:rPr>
              <a:t> </a:t>
            </a:r>
            <a:r>
              <a:rPr lang="en-IN" sz="2000" spc="-10" dirty="0">
                <a:latin typeface="Cambria"/>
                <a:cs typeface="Cambria"/>
              </a:rPr>
              <a:t>Vision</a:t>
            </a:r>
            <a:r>
              <a:rPr lang="en-IN" sz="2000" spc="-50" dirty="0">
                <a:latin typeface="Times New Roman"/>
                <a:cs typeface="Times New Roman"/>
              </a:rPr>
              <a:t> </a:t>
            </a:r>
            <a:r>
              <a:rPr lang="en-IN" sz="2000" spc="-5" dirty="0">
                <a:latin typeface="Cambria"/>
                <a:cs typeface="Cambria"/>
              </a:rPr>
              <a:t>A</a:t>
            </a:r>
            <a:r>
              <a:rPr lang="en-IN" sz="2000" dirty="0">
                <a:latin typeface="Cambria"/>
                <a:cs typeface="Cambria"/>
              </a:rPr>
              <a:t>I</a:t>
            </a:r>
            <a:r>
              <a:rPr lang="en-IN" sz="2000" spc="-45" dirty="0">
                <a:latin typeface="Times New Roman"/>
                <a:cs typeface="Times New Roman"/>
              </a:rPr>
              <a:t> </a:t>
            </a:r>
            <a:r>
              <a:rPr lang="en-IN" sz="2000" spc="-10" dirty="0">
                <a:latin typeface="Cambria"/>
                <a:cs typeface="Cambria"/>
              </a:rPr>
              <a:t>fo</a:t>
            </a:r>
            <a:r>
              <a:rPr lang="en-IN" sz="2000" dirty="0">
                <a:latin typeface="Cambria"/>
                <a:cs typeface="Cambria"/>
              </a:rPr>
              <a:t>r</a:t>
            </a:r>
            <a:r>
              <a:rPr lang="en-IN" sz="2000" spc="-5" dirty="0">
                <a:latin typeface="Cambria"/>
                <a:cs typeface="Cambria"/>
              </a:rPr>
              <a:t>:</a:t>
            </a:r>
            <a:endParaRPr lang="en-IN" sz="2000" dirty="0">
              <a:latin typeface="Cambria"/>
              <a:cs typeface="Cambria"/>
            </a:endParaRPr>
          </a:p>
          <a:p>
            <a:pPr marL="469265" lvl="1" indent="-304165">
              <a:lnSpc>
                <a:spcPct val="100000"/>
              </a:lnSpc>
              <a:spcBef>
                <a:spcPts val="860"/>
              </a:spcBef>
              <a:buFont typeface="Cambria"/>
              <a:buChar char="•"/>
              <a:tabLst>
                <a:tab pos="469900" algn="l"/>
              </a:tabLst>
            </a:pPr>
            <a:r>
              <a:rPr lang="en-IN" sz="2000" spc="-10" dirty="0">
                <a:latin typeface="Cambria"/>
                <a:cs typeface="Cambria"/>
              </a:rPr>
              <a:t>c</a:t>
            </a:r>
            <a:r>
              <a:rPr lang="en-IN" sz="2000" spc="-15" dirty="0">
                <a:latin typeface="Cambria"/>
                <a:cs typeface="Cambria"/>
              </a:rPr>
              <a:t>r</a:t>
            </a:r>
            <a:r>
              <a:rPr lang="en-IN" sz="2000" dirty="0">
                <a:latin typeface="Cambria"/>
                <a:cs typeface="Cambria"/>
              </a:rPr>
              <a:t>o</a:t>
            </a:r>
            <a:r>
              <a:rPr lang="en-IN" sz="2000" spc="-10" dirty="0">
                <a:latin typeface="Cambria"/>
                <a:cs typeface="Cambria"/>
              </a:rPr>
              <a:t>wd</a:t>
            </a:r>
            <a:r>
              <a:rPr lang="en-IN" sz="2000" spc="-35" dirty="0">
                <a:latin typeface="Times New Roman"/>
                <a:cs typeface="Times New Roman"/>
              </a:rPr>
              <a:t> </a:t>
            </a:r>
            <a:r>
              <a:rPr lang="en-IN" sz="2000" spc="-5" dirty="0">
                <a:latin typeface="Cambria"/>
                <a:cs typeface="Cambria"/>
              </a:rPr>
              <a:t>d</a:t>
            </a:r>
            <a:r>
              <a:rPr lang="en-IN" sz="2000" spc="-10" dirty="0">
                <a:latin typeface="Cambria"/>
                <a:cs typeface="Cambria"/>
              </a:rPr>
              <a:t>ensity</a:t>
            </a:r>
            <a:r>
              <a:rPr lang="en-IN" sz="2000" spc="-45" dirty="0">
                <a:latin typeface="Times New Roman"/>
                <a:cs typeface="Times New Roman"/>
              </a:rPr>
              <a:t> </a:t>
            </a:r>
            <a:r>
              <a:rPr lang="en-IN" sz="2000" spc="-5" dirty="0">
                <a:latin typeface="Cambria"/>
                <a:cs typeface="Cambria"/>
              </a:rPr>
              <a:t>est</a:t>
            </a:r>
            <a:r>
              <a:rPr lang="en-IN" sz="2000" dirty="0">
                <a:latin typeface="Cambria"/>
                <a:cs typeface="Cambria"/>
              </a:rPr>
              <a:t>imat</a:t>
            </a:r>
            <a:r>
              <a:rPr lang="en-IN" sz="2000" spc="-15" dirty="0">
                <a:latin typeface="Cambria"/>
                <a:cs typeface="Cambria"/>
              </a:rPr>
              <a:t>i</a:t>
            </a:r>
            <a:r>
              <a:rPr lang="en-IN" sz="2000" spc="-10" dirty="0">
                <a:latin typeface="Cambria"/>
                <a:cs typeface="Cambria"/>
              </a:rPr>
              <a:t>on</a:t>
            </a:r>
            <a:endParaRPr lang="en-IN" sz="2000" dirty="0">
              <a:latin typeface="Cambria"/>
              <a:cs typeface="Cambria"/>
            </a:endParaRPr>
          </a:p>
          <a:p>
            <a:pPr marL="469265" lvl="1" indent="-304165">
              <a:lnSpc>
                <a:spcPct val="100000"/>
              </a:lnSpc>
              <a:spcBef>
                <a:spcPts val="155"/>
              </a:spcBef>
              <a:buFont typeface="Cambria"/>
              <a:buChar char="•"/>
              <a:tabLst>
                <a:tab pos="469900" algn="l"/>
              </a:tabLst>
            </a:pPr>
            <a:r>
              <a:rPr lang="en-IN" sz="2000" spc="-10" dirty="0">
                <a:latin typeface="Cambria"/>
                <a:cs typeface="Cambria"/>
              </a:rPr>
              <a:t>q</a:t>
            </a:r>
            <a:r>
              <a:rPr lang="en-IN" sz="2000" spc="-5" dirty="0">
                <a:latin typeface="Cambria"/>
                <a:cs typeface="Cambria"/>
              </a:rPr>
              <a:t>ueu</a:t>
            </a:r>
            <a:r>
              <a:rPr lang="en-IN" sz="2000" dirty="0">
                <a:latin typeface="Cambria"/>
                <a:cs typeface="Cambria"/>
              </a:rPr>
              <a:t>e</a:t>
            </a:r>
            <a:r>
              <a:rPr lang="en-IN" sz="2000" spc="-35" dirty="0">
                <a:latin typeface="Times New Roman"/>
                <a:cs typeface="Times New Roman"/>
              </a:rPr>
              <a:t> </a:t>
            </a:r>
            <a:r>
              <a:rPr lang="en-IN" sz="2000" spc="-10" dirty="0">
                <a:latin typeface="Cambria"/>
                <a:cs typeface="Cambria"/>
              </a:rPr>
              <a:t>&amp;</a:t>
            </a:r>
            <a:r>
              <a:rPr lang="en-IN" sz="2000" spc="-40" dirty="0">
                <a:latin typeface="Times New Roman"/>
                <a:cs typeface="Times New Roman"/>
              </a:rPr>
              <a:t> </a:t>
            </a:r>
            <a:r>
              <a:rPr lang="en-IN" sz="2000" spc="-10" dirty="0">
                <a:latin typeface="Cambria"/>
                <a:cs typeface="Cambria"/>
              </a:rPr>
              <a:t>congestion</a:t>
            </a:r>
            <a:r>
              <a:rPr lang="en-IN" sz="2000" spc="-40" dirty="0">
                <a:latin typeface="Times New Roman"/>
                <a:cs typeface="Times New Roman"/>
              </a:rPr>
              <a:t> </a:t>
            </a:r>
            <a:r>
              <a:rPr lang="en-IN" sz="2000" spc="-5" dirty="0">
                <a:latin typeface="Cambria"/>
                <a:cs typeface="Cambria"/>
              </a:rPr>
              <a:t>a</a:t>
            </a:r>
            <a:r>
              <a:rPr lang="en-IN" sz="2000" dirty="0">
                <a:latin typeface="Cambria"/>
                <a:cs typeface="Cambria"/>
              </a:rPr>
              <a:t>n</a:t>
            </a:r>
            <a:r>
              <a:rPr lang="en-IN" sz="2000" spc="-10" dirty="0">
                <a:latin typeface="Cambria"/>
                <a:cs typeface="Cambria"/>
              </a:rPr>
              <a:t>a</a:t>
            </a:r>
            <a:r>
              <a:rPr lang="en-IN" sz="2000" spc="-5" dirty="0">
                <a:latin typeface="Cambria"/>
                <a:cs typeface="Cambria"/>
              </a:rPr>
              <a:t>l</a:t>
            </a:r>
            <a:r>
              <a:rPr lang="en-IN" sz="2000" spc="-10" dirty="0">
                <a:latin typeface="Cambria"/>
                <a:cs typeface="Cambria"/>
              </a:rPr>
              <a:t>y</a:t>
            </a:r>
            <a:r>
              <a:rPr lang="en-IN" sz="2000" spc="-5" dirty="0">
                <a:latin typeface="Cambria"/>
                <a:cs typeface="Cambria"/>
              </a:rPr>
              <a:t>t</a:t>
            </a:r>
            <a:r>
              <a:rPr lang="en-IN" sz="2000" dirty="0">
                <a:latin typeface="Cambria"/>
                <a:cs typeface="Cambria"/>
              </a:rPr>
              <a:t>i</a:t>
            </a:r>
            <a:r>
              <a:rPr lang="en-IN" sz="2000" spc="-10" dirty="0">
                <a:latin typeface="Cambria"/>
                <a:cs typeface="Cambria"/>
              </a:rPr>
              <a:t>cs</a:t>
            </a:r>
            <a:endParaRPr lang="en-IN" sz="2000" dirty="0">
              <a:latin typeface="Cambria"/>
              <a:cs typeface="Cambria"/>
            </a:endParaRPr>
          </a:p>
          <a:p>
            <a:pPr marL="469265" indent="-304165">
              <a:lnSpc>
                <a:spcPct val="100000"/>
              </a:lnSpc>
              <a:buFont typeface="Cambria"/>
              <a:buChar char="•"/>
              <a:tabLst>
                <a:tab pos="469900" algn="l"/>
              </a:tabLst>
            </a:pPr>
            <a:r>
              <a:rPr lang="en-IN" sz="2000" dirty="0">
                <a:latin typeface="Cambria"/>
                <a:cs typeface="Cambria"/>
              </a:rPr>
              <a:t>p</a:t>
            </a:r>
            <a:r>
              <a:rPr lang="en-IN" sz="2000" spc="-10" dirty="0">
                <a:latin typeface="Cambria"/>
                <a:cs typeface="Cambria"/>
              </a:rPr>
              <a:t>e</a:t>
            </a:r>
            <a:r>
              <a:rPr lang="en-IN" sz="2000" spc="-5" dirty="0">
                <a:latin typeface="Cambria"/>
                <a:cs typeface="Cambria"/>
              </a:rPr>
              <a:t>d</a:t>
            </a:r>
            <a:r>
              <a:rPr lang="en-IN" sz="2000" spc="-10" dirty="0">
                <a:latin typeface="Cambria"/>
                <a:cs typeface="Cambria"/>
              </a:rPr>
              <a:t>e</a:t>
            </a:r>
            <a:r>
              <a:rPr lang="en-IN" sz="2000" spc="-20" dirty="0">
                <a:latin typeface="Cambria"/>
                <a:cs typeface="Cambria"/>
              </a:rPr>
              <a:t>s</a:t>
            </a:r>
            <a:r>
              <a:rPr lang="en-IN" sz="2000" spc="-5" dirty="0">
                <a:latin typeface="Cambria"/>
                <a:cs typeface="Cambria"/>
              </a:rPr>
              <a:t>tria</a:t>
            </a:r>
            <a:r>
              <a:rPr lang="en-IN" sz="2000" spc="5" dirty="0">
                <a:latin typeface="Cambria"/>
                <a:cs typeface="Cambria"/>
              </a:rPr>
              <a:t>n</a:t>
            </a:r>
            <a:r>
              <a:rPr lang="en-IN" sz="2000" dirty="0">
                <a:latin typeface="Cambria"/>
                <a:cs typeface="Cambria"/>
              </a:rPr>
              <a:t>–</a:t>
            </a:r>
            <a:r>
              <a:rPr lang="en-IN" sz="2000" spc="-15" dirty="0">
                <a:latin typeface="Cambria"/>
                <a:cs typeface="Cambria"/>
              </a:rPr>
              <a:t>v</a:t>
            </a:r>
            <a:r>
              <a:rPr lang="en-IN" sz="2000" spc="-5" dirty="0">
                <a:latin typeface="Cambria"/>
                <a:cs typeface="Cambria"/>
              </a:rPr>
              <a:t>ehicle</a:t>
            </a:r>
            <a:r>
              <a:rPr lang="en-IN" sz="2000" spc="-40" dirty="0">
                <a:latin typeface="Times New Roman"/>
                <a:cs typeface="Times New Roman"/>
              </a:rPr>
              <a:t> </a:t>
            </a:r>
            <a:r>
              <a:rPr lang="en-IN" sz="2000" spc="-5" dirty="0">
                <a:latin typeface="Cambria"/>
                <a:cs typeface="Cambria"/>
              </a:rPr>
              <a:t>in</a:t>
            </a:r>
            <a:r>
              <a:rPr lang="en-IN" sz="2000" dirty="0">
                <a:latin typeface="Cambria"/>
                <a:cs typeface="Cambria"/>
              </a:rPr>
              <a:t>t</a:t>
            </a:r>
            <a:r>
              <a:rPr lang="en-IN" sz="2000" spc="-20" dirty="0">
                <a:latin typeface="Cambria"/>
                <a:cs typeface="Cambria"/>
              </a:rPr>
              <a:t>e</a:t>
            </a:r>
            <a:r>
              <a:rPr lang="en-IN" sz="2000" spc="-10" dirty="0">
                <a:latin typeface="Cambria"/>
                <a:cs typeface="Cambria"/>
              </a:rPr>
              <a:t>r</a:t>
            </a:r>
            <a:r>
              <a:rPr lang="en-IN" sz="2000" spc="-5" dirty="0">
                <a:latin typeface="Cambria"/>
                <a:cs typeface="Cambria"/>
              </a:rPr>
              <a:t>ac</a:t>
            </a:r>
            <a:r>
              <a:rPr lang="en-IN" sz="2000" dirty="0">
                <a:latin typeface="Cambria"/>
                <a:cs typeface="Cambria"/>
              </a:rPr>
              <a:t>t</a:t>
            </a:r>
            <a:r>
              <a:rPr lang="en-IN" sz="2000" spc="-10" dirty="0">
                <a:latin typeface="Cambria"/>
                <a:cs typeface="Cambria"/>
              </a:rPr>
              <a:t>ion</a:t>
            </a:r>
            <a:r>
              <a:rPr lang="en-IN" sz="2000" spc="-40" dirty="0">
                <a:latin typeface="Times New Roman"/>
                <a:cs typeface="Times New Roman"/>
              </a:rPr>
              <a:t> </a:t>
            </a:r>
            <a:r>
              <a:rPr lang="en-IN" sz="2000" dirty="0">
                <a:latin typeface="Cambria"/>
                <a:cs typeface="Cambria"/>
              </a:rPr>
              <a:t>a</a:t>
            </a:r>
            <a:r>
              <a:rPr lang="en-IN" sz="2000" spc="-10" dirty="0">
                <a:latin typeface="Cambria"/>
                <a:cs typeface="Cambria"/>
              </a:rPr>
              <a:t>w</a:t>
            </a:r>
            <a:r>
              <a:rPr lang="en-IN" sz="2000" spc="-15" dirty="0">
                <a:latin typeface="Cambria"/>
                <a:cs typeface="Cambria"/>
              </a:rPr>
              <a:t>aren</a:t>
            </a:r>
            <a:r>
              <a:rPr lang="en-IN" sz="2000" spc="-5" dirty="0">
                <a:latin typeface="Cambria"/>
                <a:cs typeface="Cambria"/>
              </a:rPr>
              <a:t>e</a:t>
            </a:r>
            <a:r>
              <a:rPr lang="en-IN" sz="2000" spc="-10" dirty="0">
                <a:latin typeface="Cambria"/>
                <a:cs typeface="Cambria"/>
              </a:rPr>
              <a:t>ss</a:t>
            </a:r>
            <a:endParaRPr lang="en-IN" sz="2000" dirty="0">
              <a:latin typeface="Cambria"/>
              <a:cs typeface="Cambria"/>
            </a:endParaRPr>
          </a:p>
          <a:p>
            <a:pPr marL="469265" indent="-304165">
              <a:lnSpc>
                <a:spcPct val="100000"/>
              </a:lnSpc>
              <a:spcBef>
                <a:spcPts val="145"/>
              </a:spcBef>
              <a:buFont typeface="Cambria"/>
              <a:buChar char="•"/>
              <a:tabLst>
                <a:tab pos="469900" algn="l"/>
              </a:tabLst>
            </a:pPr>
            <a:r>
              <a:rPr lang="en-IN" sz="2000" spc="-10" dirty="0">
                <a:latin typeface="Cambria"/>
                <a:cs typeface="Cambria"/>
              </a:rPr>
              <a:t>r</a:t>
            </a:r>
            <a:r>
              <a:rPr lang="en-IN" sz="2000" spc="-5" dirty="0">
                <a:latin typeface="Cambria"/>
                <a:cs typeface="Cambria"/>
              </a:rPr>
              <a:t>is</a:t>
            </a:r>
            <a:r>
              <a:rPr lang="en-IN" sz="2000" spc="-15" dirty="0">
                <a:latin typeface="Cambria"/>
                <a:cs typeface="Cambria"/>
              </a:rPr>
              <a:t>k</a:t>
            </a:r>
            <a:r>
              <a:rPr lang="en-IN" sz="2000" spc="-5" dirty="0">
                <a:latin typeface="Cambria"/>
                <a:cs typeface="Cambria"/>
              </a:rPr>
              <a:t>-</a:t>
            </a:r>
            <a:r>
              <a:rPr lang="en-IN" sz="2000" spc="-20" dirty="0">
                <a:latin typeface="Cambria"/>
                <a:cs typeface="Cambria"/>
              </a:rPr>
              <a:t>z</a:t>
            </a:r>
            <a:r>
              <a:rPr lang="en-IN" sz="2000" spc="-10" dirty="0">
                <a:latin typeface="Cambria"/>
                <a:cs typeface="Cambria"/>
              </a:rPr>
              <a:t>one</a:t>
            </a:r>
            <a:r>
              <a:rPr lang="en-IN" sz="2000" spc="-40" dirty="0">
                <a:latin typeface="Times New Roman"/>
                <a:cs typeface="Times New Roman"/>
              </a:rPr>
              <a:t> </a:t>
            </a:r>
            <a:r>
              <a:rPr lang="en-IN" sz="2000" spc="-10" dirty="0">
                <a:latin typeface="Cambria"/>
                <a:cs typeface="Cambria"/>
              </a:rPr>
              <a:t>moni</a:t>
            </a:r>
            <a:r>
              <a:rPr lang="en-IN" sz="2000" spc="-15" dirty="0">
                <a:latin typeface="Cambria"/>
                <a:cs typeface="Cambria"/>
              </a:rPr>
              <a:t>tor</a:t>
            </a:r>
            <a:r>
              <a:rPr lang="en-IN" sz="2000" spc="-5" dirty="0">
                <a:latin typeface="Cambria"/>
                <a:cs typeface="Cambria"/>
              </a:rPr>
              <a:t>in</a:t>
            </a:r>
            <a:r>
              <a:rPr lang="en-IN" sz="2000" dirty="0">
                <a:latin typeface="Cambria"/>
                <a:cs typeface="Cambria"/>
              </a:rPr>
              <a:t>g</a:t>
            </a:r>
          </a:p>
          <a:p>
            <a:pPr marL="469265" indent="-304165">
              <a:lnSpc>
                <a:spcPct val="100000"/>
              </a:lnSpc>
              <a:spcBef>
                <a:spcPts val="145"/>
              </a:spcBef>
              <a:buFont typeface="Cambria"/>
              <a:buChar char="•"/>
              <a:tabLst>
                <a:tab pos="469900" algn="l"/>
              </a:tabLst>
            </a:pPr>
            <a:r>
              <a:rPr lang="en-IN" sz="2000" spc="-10" dirty="0">
                <a:latin typeface="Cambria"/>
                <a:cs typeface="Cambria"/>
              </a:rPr>
              <a:t>near</a:t>
            </a:r>
            <a:r>
              <a:rPr lang="en-IN" sz="2000" spc="-5" dirty="0">
                <a:latin typeface="Cambria"/>
                <a:cs typeface="Cambria"/>
              </a:rPr>
              <a:t>-</a:t>
            </a:r>
            <a:r>
              <a:rPr lang="en-IN" sz="2000" spc="-10" dirty="0">
                <a:latin typeface="Cambria"/>
                <a:cs typeface="Cambria"/>
              </a:rPr>
              <a:t>miss</a:t>
            </a:r>
            <a:r>
              <a:rPr lang="en-IN" sz="2000" spc="-35" dirty="0">
                <a:latin typeface="Times New Roman"/>
                <a:cs typeface="Times New Roman"/>
              </a:rPr>
              <a:t> </a:t>
            </a:r>
            <a:r>
              <a:rPr lang="en-IN" sz="2000" spc="-10" dirty="0">
                <a:latin typeface="Cambria"/>
                <a:cs typeface="Cambria"/>
              </a:rPr>
              <a:t>event</a:t>
            </a:r>
            <a:r>
              <a:rPr lang="en-IN" sz="2000" spc="-35" dirty="0">
                <a:latin typeface="Times New Roman"/>
                <a:cs typeface="Times New Roman"/>
              </a:rPr>
              <a:t> </a:t>
            </a:r>
            <a:r>
              <a:rPr lang="en-IN" sz="2000" spc="-5" dirty="0">
                <a:latin typeface="Cambria"/>
                <a:cs typeface="Cambria"/>
              </a:rPr>
              <a:t>d</a:t>
            </a:r>
            <a:r>
              <a:rPr lang="en-IN" sz="2000" dirty="0">
                <a:latin typeface="Cambria"/>
                <a:cs typeface="Cambria"/>
              </a:rPr>
              <a:t>e</a:t>
            </a:r>
            <a:r>
              <a:rPr lang="en-IN" sz="2000" spc="-10" dirty="0">
                <a:latin typeface="Cambria"/>
                <a:cs typeface="Cambria"/>
              </a:rPr>
              <a:t>t</a:t>
            </a:r>
            <a:r>
              <a:rPr lang="en-IN" sz="2000" dirty="0">
                <a:latin typeface="Cambria"/>
                <a:cs typeface="Cambria"/>
              </a:rPr>
              <a:t>ect</a:t>
            </a:r>
            <a:r>
              <a:rPr lang="en-IN" sz="2000" spc="-15" dirty="0">
                <a:latin typeface="Cambria"/>
                <a:cs typeface="Cambria"/>
              </a:rPr>
              <a:t>i</a:t>
            </a:r>
            <a:r>
              <a:rPr lang="en-IN" sz="2000" spc="-10" dirty="0">
                <a:latin typeface="Cambria"/>
                <a:cs typeface="Cambria"/>
              </a:rPr>
              <a:t>on</a:t>
            </a:r>
            <a:endParaRPr lang="en-IN" sz="2000" dirty="0">
              <a:latin typeface="Cambria"/>
              <a:cs typeface="Cambria"/>
            </a:endParaRPr>
          </a:p>
          <a:p>
            <a:pPr marL="469265" indent="-304165">
              <a:lnSpc>
                <a:spcPct val="100000"/>
              </a:lnSpc>
              <a:spcBef>
                <a:spcPts val="155"/>
              </a:spcBef>
              <a:buFont typeface="Cambria"/>
              <a:buChar char="•"/>
              <a:tabLst>
                <a:tab pos="469900" algn="l"/>
              </a:tabLst>
            </a:pPr>
            <a:r>
              <a:rPr lang="en-IN" sz="2000" spc="-10" dirty="0">
                <a:latin typeface="Cambria"/>
                <a:cs typeface="Cambria"/>
              </a:rPr>
              <a:t>safety</a:t>
            </a:r>
            <a:r>
              <a:rPr lang="en-IN" sz="2000" spc="-45" dirty="0">
                <a:latin typeface="Times New Roman"/>
                <a:cs typeface="Times New Roman"/>
              </a:rPr>
              <a:t> </a:t>
            </a:r>
            <a:r>
              <a:rPr lang="en-IN" sz="2000" spc="-10" dirty="0">
                <a:latin typeface="Cambria"/>
                <a:cs typeface="Cambria"/>
              </a:rPr>
              <a:t>ha</a:t>
            </a:r>
            <a:r>
              <a:rPr lang="en-IN" sz="2000" spc="-20" dirty="0">
                <a:latin typeface="Cambria"/>
                <a:cs typeface="Cambria"/>
              </a:rPr>
              <a:t>z</a:t>
            </a:r>
            <a:r>
              <a:rPr lang="en-IN" sz="2000" spc="-15" dirty="0">
                <a:latin typeface="Cambria"/>
                <a:cs typeface="Cambria"/>
              </a:rPr>
              <a:t>ar</a:t>
            </a:r>
            <a:r>
              <a:rPr lang="en-IN" sz="2000" spc="-10" dirty="0">
                <a:latin typeface="Cambria"/>
                <a:cs typeface="Cambria"/>
              </a:rPr>
              <a:t>d</a:t>
            </a:r>
            <a:r>
              <a:rPr lang="en-IN" sz="2000" spc="-35" dirty="0">
                <a:latin typeface="Times New Roman"/>
                <a:cs typeface="Times New Roman"/>
              </a:rPr>
              <a:t> </a:t>
            </a:r>
            <a:r>
              <a:rPr lang="en-IN" sz="2000" spc="-5" dirty="0">
                <a:latin typeface="Cambria"/>
                <a:cs typeface="Cambria"/>
              </a:rPr>
              <a:t>ind</a:t>
            </a:r>
            <a:r>
              <a:rPr lang="en-IN" sz="2000" dirty="0">
                <a:latin typeface="Cambria"/>
                <a:cs typeface="Cambria"/>
              </a:rPr>
              <a:t>icat</a:t>
            </a:r>
            <a:r>
              <a:rPr lang="en-IN" sz="2000" spc="-10" dirty="0">
                <a:latin typeface="Cambria"/>
                <a:cs typeface="Cambria"/>
              </a:rPr>
              <a:t>o</a:t>
            </a:r>
            <a:r>
              <a:rPr lang="en-IN" sz="2000" spc="-25" dirty="0">
                <a:latin typeface="Cambria"/>
                <a:cs typeface="Cambria"/>
              </a:rPr>
              <a:t>r</a:t>
            </a:r>
            <a:r>
              <a:rPr lang="en-IN" sz="2000" spc="-10" dirty="0">
                <a:latin typeface="Cambria"/>
                <a:cs typeface="Cambria"/>
              </a:rPr>
              <a:t>s</a:t>
            </a:r>
            <a:endParaRPr lang="en-IN" sz="2000" dirty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865"/>
              </a:spcBef>
            </a:pPr>
            <a:r>
              <a:rPr lang="en-IN" sz="2000" spc="-5" dirty="0">
                <a:latin typeface="Cambria"/>
                <a:cs typeface="Cambria"/>
              </a:rPr>
              <a:t>O</a:t>
            </a:r>
            <a:r>
              <a:rPr lang="en-IN" sz="2000" spc="-10" dirty="0">
                <a:latin typeface="Cambria"/>
                <a:cs typeface="Cambria"/>
              </a:rPr>
              <a:t>u</a:t>
            </a:r>
            <a:r>
              <a:rPr lang="en-IN" sz="2000" spc="-5" dirty="0">
                <a:latin typeface="Cambria"/>
                <a:cs typeface="Cambria"/>
              </a:rPr>
              <a:t>t</a:t>
            </a:r>
            <a:r>
              <a:rPr lang="en-IN" sz="2000" spc="5" dirty="0">
                <a:latin typeface="Cambria"/>
                <a:cs typeface="Cambria"/>
              </a:rPr>
              <a:t>p</a:t>
            </a:r>
            <a:r>
              <a:rPr lang="en-IN" sz="2000" spc="-5" dirty="0">
                <a:latin typeface="Cambria"/>
                <a:cs typeface="Cambria"/>
              </a:rPr>
              <a:t>ut</a:t>
            </a:r>
            <a:r>
              <a:rPr lang="en-IN" sz="2000" dirty="0">
                <a:latin typeface="Cambria"/>
                <a:cs typeface="Cambria"/>
              </a:rPr>
              <a:t>s</a:t>
            </a:r>
            <a:r>
              <a:rPr lang="en-IN" sz="2000" spc="-40" dirty="0">
                <a:latin typeface="Times New Roman"/>
                <a:cs typeface="Times New Roman"/>
              </a:rPr>
              <a:t> </a:t>
            </a:r>
            <a:r>
              <a:rPr lang="en-IN" sz="2000" spc="-5" dirty="0">
                <a:latin typeface="Cambria"/>
                <a:cs typeface="Cambria"/>
              </a:rPr>
              <a:t>in</a:t>
            </a:r>
            <a:r>
              <a:rPr lang="en-IN" sz="2000" dirty="0">
                <a:latin typeface="Cambria"/>
                <a:cs typeface="Cambria"/>
              </a:rPr>
              <a:t>cl</a:t>
            </a:r>
            <a:r>
              <a:rPr lang="en-IN" sz="2000" spc="-10" dirty="0">
                <a:latin typeface="Cambria"/>
                <a:cs typeface="Cambria"/>
              </a:rPr>
              <a:t>u</a:t>
            </a:r>
            <a:r>
              <a:rPr lang="en-IN" sz="2000" spc="-5" dirty="0">
                <a:latin typeface="Cambria"/>
                <a:cs typeface="Cambria"/>
              </a:rPr>
              <a:t>de:</a:t>
            </a:r>
            <a:endParaRPr lang="en-IN" sz="2000" dirty="0">
              <a:latin typeface="Cambria"/>
              <a:cs typeface="Cambria"/>
            </a:endParaRPr>
          </a:p>
          <a:p>
            <a:pPr marL="469265" indent="-304165">
              <a:lnSpc>
                <a:spcPct val="100000"/>
              </a:lnSpc>
              <a:spcBef>
                <a:spcPts val="865"/>
              </a:spcBef>
              <a:buFont typeface="Cambria"/>
              <a:buChar char="•"/>
              <a:tabLst>
                <a:tab pos="469900" algn="l"/>
              </a:tabLst>
            </a:pPr>
            <a:r>
              <a:rPr lang="en-IN" sz="2000" spc="-10" dirty="0">
                <a:latin typeface="Cambria"/>
                <a:cs typeface="Cambria"/>
              </a:rPr>
              <a:t>event</a:t>
            </a:r>
            <a:r>
              <a:rPr lang="en-IN" sz="2000" spc="-35" dirty="0">
                <a:latin typeface="Times New Roman"/>
                <a:cs typeface="Times New Roman"/>
              </a:rPr>
              <a:t> </a:t>
            </a:r>
            <a:r>
              <a:rPr lang="en-IN" sz="2000" spc="-5" dirty="0">
                <a:latin typeface="Cambria"/>
                <a:cs typeface="Cambria"/>
              </a:rPr>
              <a:t>type</a:t>
            </a:r>
            <a:endParaRPr lang="en-IN" sz="2000" dirty="0">
              <a:latin typeface="Cambria"/>
              <a:cs typeface="Cambria"/>
            </a:endParaRPr>
          </a:p>
          <a:p>
            <a:pPr marL="469265" indent="-304165">
              <a:lnSpc>
                <a:spcPct val="100000"/>
              </a:lnSpc>
              <a:spcBef>
                <a:spcPts val="140"/>
              </a:spcBef>
              <a:buFont typeface="Cambria"/>
              <a:buChar char="•"/>
              <a:tabLst>
                <a:tab pos="469900" algn="l"/>
              </a:tabLst>
            </a:pPr>
            <a:r>
              <a:rPr lang="en-IN" sz="2000" spc="-10" dirty="0">
                <a:latin typeface="Cambria"/>
                <a:cs typeface="Cambria"/>
              </a:rPr>
              <a:t>conf</a:t>
            </a:r>
            <a:r>
              <a:rPr lang="en-IN" sz="2000" spc="-5" dirty="0">
                <a:latin typeface="Cambria"/>
                <a:cs typeface="Cambria"/>
              </a:rPr>
              <a:t>id</a:t>
            </a:r>
            <a:r>
              <a:rPr lang="en-IN" sz="2000" spc="-10" dirty="0">
                <a:latin typeface="Cambria"/>
                <a:cs typeface="Cambria"/>
              </a:rPr>
              <a:t>ence</a:t>
            </a:r>
            <a:r>
              <a:rPr lang="en-IN" sz="2000" spc="-40" dirty="0">
                <a:latin typeface="Times New Roman"/>
                <a:cs typeface="Times New Roman"/>
              </a:rPr>
              <a:t> </a:t>
            </a:r>
            <a:r>
              <a:rPr lang="en-IN" sz="2000" spc="-10" dirty="0">
                <a:latin typeface="Cambria"/>
                <a:cs typeface="Cambria"/>
              </a:rPr>
              <a:t>sco</a:t>
            </a:r>
            <a:r>
              <a:rPr lang="en-IN" sz="2000" spc="-15" dirty="0">
                <a:latin typeface="Cambria"/>
                <a:cs typeface="Cambria"/>
              </a:rPr>
              <a:t>r</a:t>
            </a:r>
            <a:r>
              <a:rPr lang="en-IN" sz="2000" spc="-10" dirty="0">
                <a:latin typeface="Cambria"/>
                <a:cs typeface="Cambria"/>
              </a:rPr>
              <a:t>e</a:t>
            </a:r>
            <a:endParaRPr lang="en-IN" sz="2000" dirty="0">
              <a:latin typeface="Cambria"/>
              <a:cs typeface="Cambria"/>
            </a:endParaRPr>
          </a:p>
          <a:p>
            <a:pPr marL="469265" indent="-304165">
              <a:lnSpc>
                <a:spcPct val="100000"/>
              </a:lnSpc>
              <a:spcBef>
                <a:spcPts val="155"/>
              </a:spcBef>
              <a:buFont typeface="Cambria"/>
              <a:buChar char="•"/>
              <a:tabLst>
                <a:tab pos="469900" algn="l"/>
              </a:tabLst>
            </a:pPr>
            <a:r>
              <a:rPr lang="en-IN" sz="2000" spc="-10" dirty="0">
                <a:latin typeface="Cambria"/>
                <a:cs typeface="Cambria"/>
              </a:rPr>
              <a:t>aff</a:t>
            </a:r>
            <a:r>
              <a:rPr lang="en-IN" sz="2000" dirty="0">
                <a:latin typeface="Cambria"/>
                <a:cs typeface="Cambria"/>
              </a:rPr>
              <a:t>ect</a:t>
            </a:r>
            <a:r>
              <a:rPr lang="en-IN" sz="2000" spc="-10" dirty="0">
                <a:latin typeface="Cambria"/>
                <a:cs typeface="Cambria"/>
              </a:rPr>
              <a:t>ed</a:t>
            </a:r>
            <a:r>
              <a:rPr lang="en-IN" sz="2000" spc="-30" dirty="0">
                <a:latin typeface="Times New Roman"/>
                <a:cs typeface="Times New Roman"/>
              </a:rPr>
              <a:t> </a:t>
            </a:r>
            <a:r>
              <a:rPr lang="en-IN" sz="2000" spc="-15" dirty="0">
                <a:latin typeface="Cambria"/>
                <a:cs typeface="Cambria"/>
              </a:rPr>
              <a:t>ass</a:t>
            </a:r>
            <a:r>
              <a:rPr lang="en-IN" sz="2000" spc="-5" dirty="0">
                <a:latin typeface="Cambria"/>
                <a:cs typeface="Cambria"/>
              </a:rPr>
              <a:t>et</a:t>
            </a:r>
            <a:r>
              <a:rPr lang="en-IN" sz="2000" dirty="0">
                <a:latin typeface="Cambria"/>
                <a:cs typeface="Cambria"/>
              </a:rPr>
              <a:t>s</a:t>
            </a:r>
            <a:r>
              <a:rPr lang="en-IN" sz="2000" spc="-40" dirty="0">
                <a:latin typeface="Times New Roman"/>
                <a:cs typeface="Times New Roman"/>
              </a:rPr>
              <a:t> </a:t>
            </a:r>
            <a:r>
              <a:rPr lang="en-IN" sz="2000" dirty="0">
                <a:latin typeface="Cambria"/>
                <a:cs typeface="Cambria"/>
              </a:rPr>
              <a:t>/</a:t>
            </a:r>
            <a:r>
              <a:rPr lang="en-IN" sz="2000" spc="-40" dirty="0">
                <a:latin typeface="Times New Roman"/>
                <a:cs typeface="Times New Roman"/>
              </a:rPr>
              <a:t> </a:t>
            </a:r>
            <a:r>
              <a:rPr lang="en-IN" sz="2000" spc="-15" dirty="0">
                <a:latin typeface="Cambria"/>
                <a:cs typeface="Cambria"/>
              </a:rPr>
              <a:t>z</a:t>
            </a:r>
            <a:r>
              <a:rPr lang="en-IN" sz="2000" spc="-10" dirty="0">
                <a:latin typeface="Cambria"/>
                <a:cs typeface="Cambria"/>
              </a:rPr>
              <a:t>ones</a:t>
            </a:r>
            <a:endParaRPr lang="en-IN" sz="2000" dirty="0">
              <a:latin typeface="Cambria"/>
              <a:cs typeface="Cambria"/>
            </a:endParaRPr>
          </a:p>
          <a:p>
            <a:pPr marL="469265" indent="-304165">
              <a:lnSpc>
                <a:spcPct val="100000"/>
              </a:lnSpc>
              <a:spcBef>
                <a:spcPts val="145"/>
              </a:spcBef>
              <a:buFont typeface="Cambria"/>
              <a:buChar char="•"/>
              <a:tabLst>
                <a:tab pos="469900" algn="l"/>
              </a:tabLst>
            </a:pPr>
            <a:r>
              <a:rPr lang="en-IN" sz="2000" spc="-10" dirty="0">
                <a:latin typeface="Cambria"/>
                <a:cs typeface="Cambria"/>
              </a:rPr>
              <a:t>sever</a:t>
            </a:r>
            <a:r>
              <a:rPr lang="en-IN" sz="2000" dirty="0">
                <a:latin typeface="Cambria"/>
                <a:cs typeface="Cambria"/>
              </a:rPr>
              <a:t>it</a:t>
            </a:r>
            <a:r>
              <a:rPr lang="en-IN" sz="2000" spc="-10" dirty="0">
                <a:latin typeface="Cambria"/>
                <a:cs typeface="Cambria"/>
              </a:rPr>
              <a:t>y</a:t>
            </a:r>
            <a:r>
              <a:rPr lang="en-IN" sz="2000" spc="-45" dirty="0">
                <a:latin typeface="Times New Roman"/>
                <a:cs typeface="Times New Roman"/>
              </a:rPr>
              <a:t> </a:t>
            </a:r>
            <a:r>
              <a:rPr lang="en-IN" sz="2000" spc="-5" dirty="0">
                <a:latin typeface="Cambria"/>
                <a:cs typeface="Cambria"/>
              </a:rPr>
              <a:t>lev</a:t>
            </a:r>
            <a:r>
              <a:rPr lang="en-IN" sz="2000" dirty="0">
                <a:latin typeface="Cambria"/>
                <a:cs typeface="Cambria"/>
              </a:rPr>
              <a:t>el</a:t>
            </a:r>
          </a:p>
          <a:p>
            <a:pPr marL="469265" indent="-304165">
              <a:lnSpc>
                <a:spcPct val="100000"/>
              </a:lnSpc>
              <a:spcBef>
                <a:spcPts val="145"/>
              </a:spcBef>
              <a:buFont typeface="Cambria"/>
              <a:buChar char="•"/>
              <a:tabLst>
                <a:tab pos="469900" algn="l"/>
              </a:tabLst>
            </a:pPr>
            <a:r>
              <a:rPr lang="en-IN" sz="2000" spc="-10" dirty="0">
                <a:latin typeface="Cambria"/>
                <a:cs typeface="Cambria"/>
              </a:rPr>
              <a:t>recom</a:t>
            </a:r>
            <a:r>
              <a:rPr lang="en-IN" sz="2000" spc="-20" dirty="0">
                <a:latin typeface="Cambria"/>
                <a:cs typeface="Cambria"/>
              </a:rPr>
              <a:t>m</a:t>
            </a:r>
            <a:r>
              <a:rPr lang="en-IN" sz="2000" spc="-10" dirty="0">
                <a:latin typeface="Cambria"/>
                <a:cs typeface="Cambria"/>
              </a:rPr>
              <a:t>en</a:t>
            </a:r>
            <a:r>
              <a:rPr lang="en-IN" sz="2000" spc="-5" dirty="0">
                <a:latin typeface="Cambria"/>
                <a:cs typeface="Cambria"/>
              </a:rPr>
              <a:t>d</a:t>
            </a:r>
            <a:r>
              <a:rPr lang="en-IN" sz="2000" spc="-10" dirty="0">
                <a:latin typeface="Cambria"/>
                <a:cs typeface="Cambria"/>
              </a:rPr>
              <a:t>ed</a:t>
            </a:r>
            <a:r>
              <a:rPr lang="en-IN" sz="2000" spc="-30" dirty="0">
                <a:latin typeface="Times New Roman"/>
                <a:cs typeface="Times New Roman"/>
              </a:rPr>
              <a:t> </a:t>
            </a:r>
            <a:r>
              <a:rPr lang="en-IN" sz="2000" spc="-10" dirty="0">
                <a:latin typeface="Cambria"/>
                <a:cs typeface="Cambria"/>
              </a:rPr>
              <a:t>oper</a:t>
            </a:r>
            <a:r>
              <a:rPr lang="en-IN" sz="2000" spc="-5" dirty="0">
                <a:latin typeface="Cambria"/>
                <a:cs typeface="Cambria"/>
              </a:rPr>
              <a:t>a</a:t>
            </a:r>
            <a:r>
              <a:rPr lang="en-IN" sz="2000" dirty="0">
                <a:latin typeface="Cambria"/>
                <a:cs typeface="Cambria"/>
              </a:rPr>
              <a:t>t</a:t>
            </a:r>
            <a:r>
              <a:rPr lang="en-IN" sz="2000" spc="-10" dirty="0">
                <a:latin typeface="Cambria"/>
                <a:cs typeface="Cambria"/>
              </a:rPr>
              <a:t>or</a:t>
            </a:r>
            <a:r>
              <a:rPr lang="en-IN" sz="2000" spc="-55" dirty="0">
                <a:latin typeface="Times New Roman"/>
                <a:cs typeface="Times New Roman"/>
              </a:rPr>
              <a:t> </a:t>
            </a:r>
            <a:r>
              <a:rPr lang="en-IN" sz="2000" spc="-5" dirty="0">
                <a:latin typeface="Cambria"/>
                <a:cs typeface="Cambria"/>
              </a:rPr>
              <a:t>ac</a:t>
            </a:r>
            <a:r>
              <a:rPr lang="en-IN" sz="2000" dirty="0">
                <a:latin typeface="Cambria"/>
                <a:cs typeface="Cambria"/>
              </a:rPr>
              <a:t>t</a:t>
            </a:r>
            <a:r>
              <a:rPr lang="en-IN" sz="2000" spc="-10" dirty="0">
                <a:latin typeface="Cambria"/>
                <a:cs typeface="Cambria"/>
              </a:rPr>
              <a:t>ions</a:t>
            </a:r>
            <a:endParaRPr lang="en-IN" sz="2000" dirty="0">
              <a:latin typeface="Cambria"/>
              <a:cs typeface="Cambria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79067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F0AC96-482F-E44A-9AB0-7AB94701F6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88489"/>
            <a:ext cx="10515600" cy="5488474"/>
          </a:xfrm>
        </p:spPr>
        <p:txBody>
          <a:bodyPr/>
          <a:lstStyle/>
          <a:p>
            <a:pPr marL="196850" indent="-184150">
              <a:lnSpc>
                <a:spcPct val="100000"/>
              </a:lnSpc>
              <a:buClr>
                <a:srgbClr val="4F80BC"/>
              </a:buClr>
              <a:buFont typeface="Calibri"/>
              <a:buAutoNum type="arabicParenR" startAt="3"/>
              <a:tabLst>
                <a:tab pos="197485" algn="l"/>
              </a:tabLst>
            </a:pPr>
            <a:r>
              <a:rPr lang="en-IN" sz="2400" b="1" dirty="0" err="1">
                <a:solidFill>
                  <a:srgbClr val="4F80BC"/>
                </a:solidFill>
                <a:latin typeface="Calibri"/>
                <a:cs typeface="Calibri"/>
              </a:rPr>
              <a:t>G</a:t>
            </a:r>
            <a:r>
              <a:rPr lang="en-IN" sz="2400" b="1" spc="-5" dirty="0" err="1">
                <a:solidFill>
                  <a:srgbClr val="4F80BC"/>
                </a:solidFill>
                <a:latin typeface="Calibri"/>
                <a:cs typeface="Calibri"/>
              </a:rPr>
              <a:t>en</a:t>
            </a:r>
            <a:r>
              <a:rPr lang="en-IN" sz="2400" b="1" spc="5" dirty="0" err="1">
                <a:solidFill>
                  <a:srgbClr val="4F80BC"/>
                </a:solidFill>
                <a:latin typeface="Calibri"/>
                <a:cs typeface="Calibri"/>
              </a:rPr>
              <a:t>A</a:t>
            </a:r>
            <a:r>
              <a:rPr lang="en-IN" sz="2400" b="1" spc="-5" dirty="0" err="1">
                <a:solidFill>
                  <a:srgbClr val="4F80BC"/>
                </a:solidFill>
                <a:latin typeface="Calibri"/>
                <a:cs typeface="Calibri"/>
              </a:rPr>
              <a:t>I</a:t>
            </a:r>
            <a:r>
              <a:rPr lang="en-IN" sz="2400" b="1" dirty="0">
                <a:solidFill>
                  <a:srgbClr val="4F80BC"/>
                </a:solidFill>
                <a:latin typeface="Calibri"/>
                <a:cs typeface="Calibri"/>
              </a:rPr>
              <a:t>-</a:t>
            </a:r>
            <a:r>
              <a:rPr lang="en-IN" sz="2400" b="1" spc="-10" dirty="0">
                <a:solidFill>
                  <a:srgbClr val="4F80BC"/>
                </a:solidFill>
                <a:latin typeface="Calibri"/>
                <a:cs typeface="Calibri"/>
              </a:rPr>
              <a:t>D</a:t>
            </a:r>
            <a:r>
              <a:rPr lang="en-IN" sz="2400" b="1" dirty="0">
                <a:solidFill>
                  <a:srgbClr val="4F80BC"/>
                </a:solidFill>
                <a:latin typeface="Calibri"/>
                <a:cs typeface="Calibri"/>
              </a:rPr>
              <a:t>riv</a:t>
            </a:r>
            <a:r>
              <a:rPr lang="en-IN" sz="2400" b="1" spc="-15" dirty="0">
                <a:solidFill>
                  <a:srgbClr val="4F80BC"/>
                </a:solidFill>
                <a:latin typeface="Calibri"/>
                <a:cs typeface="Calibri"/>
              </a:rPr>
              <a:t>e</a:t>
            </a:r>
            <a:r>
              <a:rPr lang="en-IN" sz="2400" b="1" dirty="0">
                <a:solidFill>
                  <a:srgbClr val="4F80BC"/>
                </a:solidFill>
                <a:latin typeface="Calibri"/>
                <a:cs typeface="Calibri"/>
              </a:rPr>
              <a:t>n</a:t>
            </a:r>
            <a:r>
              <a:rPr lang="en-IN" sz="2400" b="1" spc="-35" dirty="0">
                <a:solidFill>
                  <a:srgbClr val="4F80BC"/>
                </a:solidFill>
                <a:latin typeface="Times New Roman"/>
                <a:cs typeface="Times New Roman"/>
              </a:rPr>
              <a:t> </a:t>
            </a:r>
            <a:r>
              <a:rPr lang="en-IN" sz="2400" b="1" spc="-5" dirty="0">
                <a:solidFill>
                  <a:srgbClr val="4F80BC"/>
                </a:solidFill>
                <a:latin typeface="Calibri"/>
                <a:cs typeface="Calibri"/>
              </a:rPr>
              <a:t>I</a:t>
            </a:r>
            <a:r>
              <a:rPr lang="en-IN" sz="2400" b="1" dirty="0">
                <a:solidFill>
                  <a:srgbClr val="4F80BC"/>
                </a:solidFill>
                <a:latin typeface="Calibri"/>
                <a:cs typeface="Calibri"/>
              </a:rPr>
              <a:t>nc</a:t>
            </a:r>
            <a:r>
              <a:rPr lang="en-IN" sz="2400" b="1" spc="-10" dirty="0">
                <a:solidFill>
                  <a:srgbClr val="4F80BC"/>
                </a:solidFill>
                <a:latin typeface="Calibri"/>
                <a:cs typeface="Calibri"/>
              </a:rPr>
              <a:t>i</a:t>
            </a:r>
            <a:r>
              <a:rPr lang="en-IN" sz="2400" b="1" dirty="0">
                <a:solidFill>
                  <a:srgbClr val="4F80BC"/>
                </a:solidFill>
                <a:latin typeface="Calibri"/>
                <a:cs typeface="Calibri"/>
              </a:rPr>
              <a:t>de</a:t>
            </a:r>
            <a:r>
              <a:rPr lang="en-IN" sz="2400" b="1" spc="-10" dirty="0">
                <a:solidFill>
                  <a:srgbClr val="4F80BC"/>
                </a:solidFill>
                <a:latin typeface="Calibri"/>
                <a:cs typeface="Calibri"/>
              </a:rPr>
              <a:t>n</a:t>
            </a:r>
            <a:r>
              <a:rPr lang="en-IN" sz="2400" b="1" dirty="0">
                <a:solidFill>
                  <a:srgbClr val="4F80BC"/>
                </a:solidFill>
                <a:latin typeface="Calibri"/>
                <a:cs typeface="Calibri"/>
              </a:rPr>
              <a:t>t</a:t>
            </a:r>
            <a:r>
              <a:rPr lang="en-IN" sz="2400" b="1" spc="-35" dirty="0">
                <a:solidFill>
                  <a:srgbClr val="4F80BC"/>
                </a:solidFill>
                <a:latin typeface="Times New Roman"/>
                <a:cs typeface="Times New Roman"/>
              </a:rPr>
              <a:t> </a:t>
            </a:r>
            <a:r>
              <a:rPr lang="en-IN" sz="2400" b="1" dirty="0">
                <a:solidFill>
                  <a:srgbClr val="4F80BC"/>
                </a:solidFill>
                <a:latin typeface="Calibri"/>
                <a:cs typeface="Calibri"/>
              </a:rPr>
              <a:t>Int</a:t>
            </a:r>
            <a:r>
              <a:rPr lang="en-IN" sz="2400" b="1" spc="-10" dirty="0">
                <a:solidFill>
                  <a:srgbClr val="4F80BC"/>
                </a:solidFill>
                <a:latin typeface="Calibri"/>
                <a:cs typeface="Calibri"/>
              </a:rPr>
              <a:t>e</a:t>
            </a:r>
            <a:r>
              <a:rPr lang="en-IN" sz="2400" b="1" dirty="0">
                <a:solidFill>
                  <a:srgbClr val="4F80BC"/>
                </a:solidFill>
                <a:latin typeface="Calibri"/>
                <a:cs typeface="Calibri"/>
              </a:rPr>
              <a:t>ll</a:t>
            </a:r>
            <a:r>
              <a:rPr lang="en-IN" sz="2400" b="1" spc="-10" dirty="0">
                <a:solidFill>
                  <a:srgbClr val="4F80BC"/>
                </a:solidFill>
                <a:latin typeface="Calibri"/>
                <a:cs typeface="Calibri"/>
              </a:rPr>
              <a:t>i</a:t>
            </a:r>
            <a:r>
              <a:rPr lang="en-IN" sz="2400" b="1" spc="5" dirty="0">
                <a:solidFill>
                  <a:srgbClr val="4F80BC"/>
                </a:solidFill>
                <a:latin typeface="Calibri"/>
                <a:cs typeface="Calibri"/>
              </a:rPr>
              <a:t>g</a:t>
            </a:r>
            <a:r>
              <a:rPr lang="en-IN" sz="2400" b="1" spc="-15" dirty="0">
                <a:solidFill>
                  <a:srgbClr val="4F80BC"/>
                </a:solidFill>
                <a:latin typeface="Calibri"/>
                <a:cs typeface="Calibri"/>
              </a:rPr>
              <a:t>e</a:t>
            </a:r>
            <a:r>
              <a:rPr lang="en-IN" sz="2400" b="1" dirty="0">
                <a:solidFill>
                  <a:srgbClr val="4F80BC"/>
                </a:solidFill>
                <a:latin typeface="Calibri"/>
                <a:cs typeface="Calibri"/>
              </a:rPr>
              <a:t>nce</a:t>
            </a:r>
            <a:endParaRPr lang="en-IN" sz="2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30"/>
              </a:spcBef>
            </a:pPr>
            <a:r>
              <a:rPr lang="en-IN" sz="2000" spc="-10" dirty="0" err="1">
                <a:latin typeface="Cambria"/>
                <a:cs typeface="Cambria"/>
              </a:rPr>
              <a:t>Gen</a:t>
            </a:r>
            <a:r>
              <a:rPr lang="en-IN" sz="2000" spc="-5" dirty="0" err="1">
                <a:latin typeface="Cambria"/>
                <a:cs typeface="Cambria"/>
              </a:rPr>
              <a:t>A</a:t>
            </a:r>
            <a:r>
              <a:rPr lang="en-IN" sz="2000" dirty="0" err="1">
                <a:latin typeface="Cambria"/>
                <a:cs typeface="Cambria"/>
              </a:rPr>
              <a:t>I</a:t>
            </a:r>
            <a:r>
              <a:rPr lang="en-IN" sz="2000" spc="-45" dirty="0">
                <a:latin typeface="Times New Roman"/>
                <a:cs typeface="Times New Roman"/>
              </a:rPr>
              <a:t> </a:t>
            </a:r>
            <a:r>
              <a:rPr lang="en-IN" sz="2000" spc="-5" dirty="0" err="1">
                <a:latin typeface="Cambria"/>
                <a:cs typeface="Cambria"/>
              </a:rPr>
              <a:t>a</a:t>
            </a:r>
            <a:r>
              <a:rPr lang="en-IN" sz="2000" dirty="0" err="1">
                <a:latin typeface="Cambria"/>
                <a:cs typeface="Cambria"/>
              </a:rPr>
              <a:t>n</a:t>
            </a:r>
            <a:r>
              <a:rPr lang="en-IN" sz="2000" spc="-5" dirty="0" err="1">
                <a:latin typeface="Cambria"/>
                <a:cs typeface="Cambria"/>
              </a:rPr>
              <a:t>aly</a:t>
            </a:r>
            <a:r>
              <a:rPr lang="en-IN" sz="2000" spc="-20" dirty="0" err="1">
                <a:latin typeface="Cambria"/>
                <a:cs typeface="Cambria"/>
              </a:rPr>
              <a:t>z</a:t>
            </a:r>
            <a:r>
              <a:rPr lang="en-IN" sz="2000" spc="-10" dirty="0" err="1">
                <a:latin typeface="Cambria"/>
                <a:cs typeface="Cambria"/>
              </a:rPr>
              <a:t>es</a:t>
            </a:r>
            <a:r>
              <a:rPr lang="en-IN" sz="2000" spc="-40" dirty="0">
                <a:latin typeface="Times New Roman"/>
                <a:cs typeface="Times New Roman"/>
              </a:rPr>
              <a:t> </a:t>
            </a:r>
            <a:r>
              <a:rPr lang="en-IN" sz="2000" dirty="0">
                <a:latin typeface="Cambria"/>
                <a:cs typeface="Cambria"/>
              </a:rPr>
              <a:t>a</a:t>
            </a:r>
            <a:r>
              <a:rPr lang="en-IN" sz="2000" spc="-15" dirty="0">
                <a:latin typeface="Cambria"/>
                <a:cs typeface="Cambria"/>
              </a:rPr>
              <a:t>n</a:t>
            </a:r>
            <a:r>
              <a:rPr lang="en-IN" sz="2000" spc="-10" dirty="0">
                <a:latin typeface="Cambria"/>
                <a:cs typeface="Cambria"/>
              </a:rPr>
              <a:t>d</a:t>
            </a:r>
            <a:r>
              <a:rPr lang="en-IN" sz="2000" spc="-30" dirty="0">
                <a:latin typeface="Times New Roman"/>
                <a:cs typeface="Times New Roman"/>
              </a:rPr>
              <a:t> </a:t>
            </a:r>
            <a:r>
              <a:rPr lang="en-IN" sz="2000" spc="-10" dirty="0">
                <a:latin typeface="Cambria"/>
                <a:cs typeface="Cambria"/>
              </a:rPr>
              <a:t>conte</a:t>
            </a:r>
            <a:r>
              <a:rPr lang="en-IN" sz="2000" spc="-5" dirty="0">
                <a:latin typeface="Cambria"/>
                <a:cs typeface="Cambria"/>
              </a:rPr>
              <a:t>xtualize</a:t>
            </a:r>
            <a:r>
              <a:rPr lang="en-IN" sz="2000" dirty="0">
                <a:latin typeface="Cambria"/>
                <a:cs typeface="Cambria"/>
              </a:rPr>
              <a:t>s</a:t>
            </a:r>
            <a:r>
              <a:rPr lang="en-IN" sz="2000" spc="-30" dirty="0">
                <a:latin typeface="Times New Roman"/>
                <a:cs typeface="Times New Roman"/>
              </a:rPr>
              <a:t> </a:t>
            </a:r>
            <a:r>
              <a:rPr lang="en-IN" sz="2000" spc="-10" dirty="0">
                <a:latin typeface="Cambria"/>
                <a:cs typeface="Cambria"/>
              </a:rPr>
              <a:t>events:</a:t>
            </a:r>
            <a:endParaRPr lang="en-IN" sz="2000" dirty="0">
              <a:latin typeface="Cambria"/>
              <a:cs typeface="Cambria"/>
            </a:endParaRPr>
          </a:p>
          <a:p>
            <a:pPr marL="469265" lvl="1" indent="-304165">
              <a:lnSpc>
                <a:spcPct val="100000"/>
              </a:lnSpc>
              <a:spcBef>
                <a:spcPts val="875"/>
              </a:spcBef>
              <a:buFont typeface="Cambria"/>
              <a:buChar char="•"/>
              <a:tabLst>
                <a:tab pos="469900" algn="l"/>
              </a:tabLst>
            </a:pPr>
            <a:r>
              <a:rPr lang="en-IN" sz="2000" dirty="0">
                <a:latin typeface="Cambria"/>
                <a:cs typeface="Cambria"/>
              </a:rPr>
              <a:t>exp</a:t>
            </a:r>
            <a:r>
              <a:rPr lang="en-IN" sz="2000" spc="-5" dirty="0">
                <a:latin typeface="Cambria"/>
                <a:cs typeface="Cambria"/>
              </a:rPr>
              <a:t>la</a:t>
            </a:r>
            <a:r>
              <a:rPr lang="en-IN" sz="2000" dirty="0">
                <a:latin typeface="Cambria"/>
                <a:cs typeface="Cambria"/>
              </a:rPr>
              <a:t>i</a:t>
            </a:r>
            <a:r>
              <a:rPr lang="en-IN" sz="2000" spc="-15" dirty="0">
                <a:latin typeface="Cambria"/>
                <a:cs typeface="Cambria"/>
              </a:rPr>
              <a:t>n</a:t>
            </a:r>
            <a:r>
              <a:rPr lang="en-IN" sz="2000" spc="-10" dirty="0">
                <a:latin typeface="Cambria"/>
                <a:cs typeface="Cambria"/>
              </a:rPr>
              <a:t>s</a:t>
            </a:r>
            <a:r>
              <a:rPr lang="en-IN" sz="2000" spc="-40" dirty="0">
                <a:latin typeface="Times New Roman"/>
                <a:cs typeface="Times New Roman"/>
              </a:rPr>
              <a:t> </a:t>
            </a:r>
            <a:r>
              <a:rPr lang="en-IN" sz="2000" spc="-5" dirty="0">
                <a:latin typeface="Cambria"/>
                <a:cs typeface="Cambria"/>
              </a:rPr>
              <a:t>wha</a:t>
            </a:r>
            <a:r>
              <a:rPr lang="en-IN" sz="2000" dirty="0">
                <a:latin typeface="Cambria"/>
                <a:cs typeface="Cambria"/>
              </a:rPr>
              <a:t>t</a:t>
            </a:r>
            <a:r>
              <a:rPr lang="en-IN" sz="2000" spc="-35" dirty="0">
                <a:latin typeface="Times New Roman"/>
                <a:cs typeface="Times New Roman"/>
              </a:rPr>
              <a:t> </a:t>
            </a:r>
            <a:r>
              <a:rPr lang="en-IN" sz="2000" dirty="0">
                <a:latin typeface="Cambria"/>
                <a:cs typeface="Cambria"/>
              </a:rPr>
              <a:t>happ</a:t>
            </a:r>
            <a:r>
              <a:rPr lang="en-IN" sz="2000" spc="-20" dirty="0">
                <a:latin typeface="Cambria"/>
                <a:cs typeface="Cambria"/>
              </a:rPr>
              <a:t>e</a:t>
            </a:r>
            <a:r>
              <a:rPr lang="en-IN" sz="2000" spc="-15" dirty="0">
                <a:latin typeface="Cambria"/>
                <a:cs typeface="Cambria"/>
              </a:rPr>
              <a:t>n</a:t>
            </a:r>
            <a:r>
              <a:rPr lang="en-IN" sz="2000" spc="-20" dirty="0">
                <a:latin typeface="Cambria"/>
                <a:cs typeface="Cambria"/>
              </a:rPr>
              <a:t>e</a:t>
            </a:r>
            <a:r>
              <a:rPr lang="en-IN" sz="2000" spc="-10" dirty="0">
                <a:latin typeface="Cambria"/>
                <a:cs typeface="Cambria"/>
              </a:rPr>
              <a:t>d</a:t>
            </a:r>
            <a:endParaRPr lang="en-IN" sz="2000" dirty="0">
              <a:latin typeface="Cambria"/>
              <a:cs typeface="Cambria"/>
            </a:endParaRPr>
          </a:p>
          <a:p>
            <a:pPr marL="469265" lvl="1" indent="-304165">
              <a:lnSpc>
                <a:spcPct val="100000"/>
              </a:lnSpc>
              <a:spcBef>
                <a:spcPts val="140"/>
              </a:spcBef>
              <a:buFont typeface="Cambria"/>
              <a:buChar char="•"/>
              <a:tabLst>
                <a:tab pos="469900" algn="l"/>
              </a:tabLst>
            </a:pPr>
            <a:r>
              <a:rPr lang="en-IN" sz="2000" spc="-10" dirty="0">
                <a:latin typeface="Cambria"/>
                <a:cs typeface="Cambria"/>
              </a:rPr>
              <a:t>co</a:t>
            </a:r>
            <a:r>
              <a:rPr lang="en-IN" sz="2000" spc="-15" dirty="0">
                <a:latin typeface="Cambria"/>
                <a:cs typeface="Cambria"/>
              </a:rPr>
              <a:t>r</a:t>
            </a:r>
            <a:r>
              <a:rPr lang="en-IN" sz="2000" spc="-10" dirty="0">
                <a:latin typeface="Cambria"/>
                <a:cs typeface="Cambria"/>
              </a:rPr>
              <a:t>r</a:t>
            </a:r>
            <a:r>
              <a:rPr lang="en-IN" sz="2000" dirty="0">
                <a:latin typeface="Cambria"/>
                <a:cs typeface="Cambria"/>
              </a:rPr>
              <a:t>ela</a:t>
            </a:r>
            <a:r>
              <a:rPr lang="en-IN" sz="2000" spc="-5" dirty="0">
                <a:latin typeface="Cambria"/>
                <a:cs typeface="Cambria"/>
              </a:rPr>
              <a:t>t</a:t>
            </a:r>
            <a:r>
              <a:rPr lang="en-IN" sz="2000" dirty="0">
                <a:latin typeface="Cambria"/>
                <a:cs typeface="Cambria"/>
              </a:rPr>
              <a:t>e</a:t>
            </a:r>
            <a:r>
              <a:rPr lang="en-IN" sz="2000" spc="-10" dirty="0">
                <a:latin typeface="Cambria"/>
                <a:cs typeface="Cambria"/>
              </a:rPr>
              <a:t>s</a:t>
            </a:r>
            <a:r>
              <a:rPr lang="en-IN" sz="2000" spc="-40" dirty="0">
                <a:latin typeface="Times New Roman"/>
                <a:cs typeface="Times New Roman"/>
              </a:rPr>
              <a:t> </a:t>
            </a:r>
            <a:r>
              <a:rPr lang="en-IN" sz="2000" spc="-15" dirty="0">
                <a:latin typeface="Cambria"/>
                <a:cs typeface="Cambria"/>
              </a:rPr>
              <a:t>acr</a:t>
            </a:r>
            <a:r>
              <a:rPr lang="en-IN" sz="2000" spc="-10" dirty="0">
                <a:latin typeface="Cambria"/>
                <a:cs typeface="Cambria"/>
              </a:rPr>
              <a:t>oss</a:t>
            </a:r>
            <a:r>
              <a:rPr lang="en-IN" sz="2000" spc="-40" dirty="0">
                <a:latin typeface="Times New Roman"/>
                <a:cs typeface="Times New Roman"/>
              </a:rPr>
              <a:t> </a:t>
            </a:r>
            <a:r>
              <a:rPr lang="en-IN" sz="2000" spc="-10" dirty="0">
                <a:latin typeface="Cambria"/>
                <a:cs typeface="Cambria"/>
              </a:rPr>
              <a:t>came</a:t>
            </a:r>
            <a:r>
              <a:rPr lang="en-IN" sz="2000" dirty="0">
                <a:latin typeface="Cambria"/>
                <a:cs typeface="Cambria"/>
              </a:rPr>
              <a:t>r</a:t>
            </a:r>
            <a:r>
              <a:rPr lang="en-IN" sz="2000" spc="-15" dirty="0">
                <a:latin typeface="Cambria"/>
                <a:cs typeface="Cambria"/>
              </a:rPr>
              <a:t>a</a:t>
            </a:r>
            <a:r>
              <a:rPr lang="en-IN" sz="2000" spc="-10" dirty="0">
                <a:latin typeface="Cambria"/>
                <a:cs typeface="Cambria"/>
              </a:rPr>
              <a:t>s</a:t>
            </a:r>
            <a:r>
              <a:rPr lang="en-IN" sz="2000" spc="-40" dirty="0">
                <a:latin typeface="Times New Roman"/>
                <a:cs typeface="Times New Roman"/>
              </a:rPr>
              <a:t> </a:t>
            </a:r>
            <a:r>
              <a:rPr lang="en-IN" sz="2000" spc="-10" dirty="0">
                <a:latin typeface="Cambria"/>
                <a:cs typeface="Cambria"/>
              </a:rPr>
              <a:t>+</a:t>
            </a:r>
            <a:r>
              <a:rPr lang="en-IN" sz="2000" spc="-40" dirty="0">
                <a:latin typeface="Times New Roman"/>
                <a:cs typeface="Times New Roman"/>
              </a:rPr>
              <a:t> </a:t>
            </a:r>
            <a:r>
              <a:rPr lang="en-IN" sz="2000" spc="-10" dirty="0">
                <a:latin typeface="Cambria"/>
                <a:cs typeface="Cambria"/>
              </a:rPr>
              <a:t>sensors</a:t>
            </a:r>
            <a:endParaRPr lang="en-IN" sz="2000" dirty="0">
              <a:latin typeface="Cambria"/>
              <a:cs typeface="Cambria"/>
            </a:endParaRPr>
          </a:p>
          <a:p>
            <a:pPr marL="469265" lvl="1" indent="-304165">
              <a:lnSpc>
                <a:spcPct val="100000"/>
              </a:lnSpc>
              <a:spcBef>
                <a:spcPts val="145"/>
              </a:spcBef>
              <a:buFont typeface="Cambria"/>
              <a:buChar char="•"/>
              <a:tabLst>
                <a:tab pos="469900" algn="l"/>
              </a:tabLst>
            </a:pPr>
            <a:r>
              <a:rPr lang="en-IN" sz="2000" spc="-5" dirty="0">
                <a:latin typeface="Cambria"/>
                <a:cs typeface="Cambria"/>
              </a:rPr>
              <a:t>id</a:t>
            </a:r>
            <a:r>
              <a:rPr lang="en-IN" sz="2000" spc="-10" dirty="0">
                <a:latin typeface="Cambria"/>
                <a:cs typeface="Cambria"/>
              </a:rPr>
              <a:t>ent</a:t>
            </a:r>
            <a:r>
              <a:rPr lang="en-IN" sz="2000" spc="-5" dirty="0">
                <a:latin typeface="Cambria"/>
                <a:cs typeface="Cambria"/>
              </a:rPr>
              <a:t>ifies</a:t>
            </a:r>
            <a:r>
              <a:rPr lang="en-IN" sz="2000" spc="-40" dirty="0">
                <a:latin typeface="Times New Roman"/>
                <a:cs typeface="Times New Roman"/>
              </a:rPr>
              <a:t> </a:t>
            </a:r>
            <a:r>
              <a:rPr lang="en-IN" sz="2000" dirty="0">
                <a:latin typeface="Cambria"/>
                <a:cs typeface="Cambria"/>
              </a:rPr>
              <a:t>contribut</a:t>
            </a:r>
            <a:r>
              <a:rPr lang="en-IN" sz="2000" spc="-5" dirty="0">
                <a:latin typeface="Cambria"/>
                <a:cs typeface="Cambria"/>
              </a:rPr>
              <a:t>in</a:t>
            </a:r>
            <a:r>
              <a:rPr lang="en-IN" sz="2000" dirty="0">
                <a:latin typeface="Cambria"/>
                <a:cs typeface="Cambria"/>
              </a:rPr>
              <a:t>g</a:t>
            </a:r>
            <a:r>
              <a:rPr lang="en-IN" sz="2000" spc="-45" dirty="0">
                <a:latin typeface="Times New Roman"/>
                <a:cs typeface="Times New Roman"/>
              </a:rPr>
              <a:t> </a:t>
            </a:r>
            <a:r>
              <a:rPr lang="en-IN" sz="2000" spc="-25" dirty="0">
                <a:latin typeface="Cambria"/>
                <a:cs typeface="Cambria"/>
              </a:rPr>
              <a:t>f</a:t>
            </a:r>
            <a:r>
              <a:rPr lang="en-IN" sz="2000" spc="-5" dirty="0">
                <a:latin typeface="Cambria"/>
                <a:cs typeface="Cambria"/>
              </a:rPr>
              <a:t>ac</a:t>
            </a:r>
            <a:r>
              <a:rPr lang="en-IN" sz="2000" dirty="0">
                <a:latin typeface="Cambria"/>
                <a:cs typeface="Cambria"/>
              </a:rPr>
              <a:t>t</a:t>
            </a:r>
            <a:r>
              <a:rPr lang="en-IN" sz="2000" spc="-10" dirty="0">
                <a:latin typeface="Cambria"/>
                <a:cs typeface="Cambria"/>
              </a:rPr>
              <a:t>o</a:t>
            </a:r>
            <a:r>
              <a:rPr lang="en-IN" sz="2000" spc="-15" dirty="0">
                <a:latin typeface="Cambria"/>
                <a:cs typeface="Cambria"/>
              </a:rPr>
              <a:t>r</a:t>
            </a:r>
            <a:r>
              <a:rPr lang="en-IN" sz="2000" spc="-10" dirty="0">
                <a:latin typeface="Cambria"/>
                <a:cs typeface="Cambria"/>
              </a:rPr>
              <a:t>s</a:t>
            </a:r>
            <a:endParaRPr lang="en-IN" sz="2000" dirty="0">
              <a:latin typeface="Cambria"/>
              <a:cs typeface="Cambria"/>
            </a:endParaRPr>
          </a:p>
          <a:p>
            <a:pPr marL="469265" lvl="1" indent="-304165">
              <a:lnSpc>
                <a:spcPct val="100000"/>
              </a:lnSpc>
              <a:spcBef>
                <a:spcPts val="145"/>
              </a:spcBef>
              <a:buFont typeface="Cambria"/>
              <a:buChar char="•"/>
              <a:tabLst>
                <a:tab pos="469900" algn="l"/>
              </a:tabLst>
            </a:pPr>
            <a:r>
              <a:rPr lang="en-IN" sz="2000" spc="-10" dirty="0">
                <a:latin typeface="Cambria"/>
                <a:cs typeface="Cambria"/>
              </a:rPr>
              <a:t>recom</a:t>
            </a:r>
            <a:r>
              <a:rPr lang="en-IN" sz="2000" spc="-20" dirty="0">
                <a:latin typeface="Cambria"/>
                <a:cs typeface="Cambria"/>
              </a:rPr>
              <a:t>m</a:t>
            </a:r>
            <a:r>
              <a:rPr lang="en-IN" sz="2000" spc="-10" dirty="0">
                <a:latin typeface="Cambria"/>
                <a:cs typeface="Cambria"/>
              </a:rPr>
              <a:t>en</a:t>
            </a:r>
            <a:r>
              <a:rPr lang="en-IN" sz="2000" spc="-5" dirty="0">
                <a:latin typeface="Cambria"/>
                <a:cs typeface="Cambria"/>
              </a:rPr>
              <a:t>d</a:t>
            </a:r>
            <a:r>
              <a:rPr lang="en-IN" sz="2000" spc="-10" dirty="0">
                <a:latin typeface="Cambria"/>
                <a:cs typeface="Cambria"/>
              </a:rPr>
              <a:t>s</a:t>
            </a:r>
            <a:r>
              <a:rPr lang="en-IN" sz="2000" spc="-40" dirty="0">
                <a:latin typeface="Times New Roman"/>
                <a:cs typeface="Times New Roman"/>
              </a:rPr>
              <a:t> </a:t>
            </a:r>
            <a:r>
              <a:rPr lang="en-IN" sz="2000" spc="-10" dirty="0">
                <a:latin typeface="Cambria"/>
                <a:cs typeface="Cambria"/>
              </a:rPr>
              <a:t>operatio</a:t>
            </a:r>
            <a:r>
              <a:rPr lang="en-IN" sz="2000" spc="-25" dirty="0">
                <a:latin typeface="Cambria"/>
                <a:cs typeface="Cambria"/>
              </a:rPr>
              <a:t>n</a:t>
            </a:r>
            <a:r>
              <a:rPr lang="en-IN" sz="2000" spc="-5" dirty="0">
                <a:latin typeface="Cambria"/>
                <a:cs typeface="Cambria"/>
              </a:rPr>
              <a:t>a</a:t>
            </a:r>
            <a:r>
              <a:rPr lang="en-IN" sz="2000" dirty="0">
                <a:latin typeface="Cambria"/>
                <a:cs typeface="Cambria"/>
              </a:rPr>
              <a:t>l</a:t>
            </a:r>
            <a:r>
              <a:rPr lang="en-IN" sz="2000" spc="-40" dirty="0">
                <a:latin typeface="Times New Roman"/>
                <a:cs typeface="Times New Roman"/>
              </a:rPr>
              <a:t> </a:t>
            </a:r>
            <a:r>
              <a:rPr lang="en-IN" sz="2000" spc="-10" dirty="0">
                <a:latin typeface="Cambria"/>
                <a:cs typeface="Cambria"/>
              </a:rPr>
              <a:t>res</a:t>
            </a:r>
            <a:r>
              <a:rPr lang="en-IN" sz="2000" spc="-5" dirty="0">
                <a:latin typeface="Cambria"/>
                <a:cs typeface="Cambria"/>
              </a:rPr>
              <a:t>p</a:t>
            </a:r>
            <a:r>
              <a:rPr lang="en-IN" sz="2000" spc="-10" dirty="0">
                <a:latin typeface="Cambria"/>
                <a:cs typeface="Cambria"/>
              </a:rPr>
              <a:t>onse</a:t>
            </a:r>
            <a:r>
              <a:rPr lang="en-IN" sz="2000" spc="-40" dirty="0">
                <a:latin typeface="Times New Roman"/>
                <a:cs typeface="Times New Roman"/>
              </a:rPr>
              <a:t> </a:t>
            </a:r>
            <a:r>
              <a:rPr lang="en-IN" sz="2000" spc="5" dirty="0">
                <a:latin typeface="Cambria"/>
                <a:cs typeface="Cambria"/>
              </a:rPr>
              <a:t>p</a:t>
            </a:r>
            <a:r>
              <a:rPr lang="en-IN" sz="2000" spc="-5" dirty="0">
                <a:latin typeface="Cambria"/>
                <a:cs typeface="Cambria"/>
              </a:rPr>
              <a:t>a</a:t>
            </a:r>
            <a:r>
              <a:rPr lang="en-IN" sz="2000" dirty="0">
                <a:latin typeface="Cambria"/>
                <a:cs typeface="Cambria"/>
              </a:rPr>
              <a:t>t</a:t>
            </a:r>
            <a:r>
              <a:rPr lang="en-IN" sz="2000" spc="-10" dirty="0">
                <a:latin typeface="Cambria"/>
                <a:cs typeface="Cambria"/>
              </a:rPr>
              <a:t>hs</a:t>
            </a:r>
            <a:endParaRPr lang="en-IN" sz="2000" dirty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875"/>
              </a:spcBef>
            </a:pPr>
            <a:r>
              <a:rPr lang="en-IN" sz="2000" dirty="0">
                <a:latin typeface="Cambria"/>
                <a:cs typeface="Cambria"/>
              </a:rPr>
              <a:t>S</a:t>
            </a:r>
            <a:r>
              <a:rPr lang="en-IN" sz="2000" spc="-5" dirty="0">
                <a:latin typeface="Cambria"/>
                <a:cs typeface="Cambria"/>
              </a:rPr>
              <a:t>tru</a:t>
            </a:r>
            <a:r>
              <a:rPr lang="en-IN" sz="2000" dirty="0">
                <a:latin typeface="Cambria"/>
                <a:cs typeface="Cambria"/>
              </a:rPr>
              <a:t>ctu</a:t>
            </a:r>
            <a:r>
              <a:rPr lang="en-IN" sz="2000" spc="-10" dirty="0">
                <a:latin typeface="Cambria"/>
                <a:cs typeface="Cambria"/>
              </a:rPr>
              <a:t>red</a:t>
            </a:r>
            <a:r>
              <a:rPr lang="en-IN" sz="2000" spc="-30" dirty="0">
                <a:latin typeface="Times New Roman"/>
                <a:cs typeface="Times New Roman"/>
              </a:rPr>
              <a:t> </a:t>
            </a:r>
            <a:r>
              <a:rPr lang="en-IN" sz="2000" dirty="0">
                <a:latin typeface="Cambria"/>
                <a:cs typeface="Cambria"/>
              </a:rPr>
              <a:t>o</a:t>
            </a:r>
            <a:r>
              <a:rPr lang="en-IN" sz="2000" spc="-5" dirty="0">
                <a:latin typeface="Cambria"/>
                <a:cs typeface="Cambria"/>
              </a:rPr>
              <a:t>ut</a:t>
            </a:r>
            <a:r>
              <a:rPr lang="en-IN" sz="2000" spc="5" dirty="0">
                <a:latin typeface="Cambria"/>
                <a:cs typeface="Cambria"/>
              </a:rPr>
              <a:t>p</a:t>
            </a:r>
            <a:r>
              <a:rPr lang="en-IN" sz="2000" spc="-5" dirty="0">
                <a:latin typeface="Cambria"/>
                <a:cs typeface="Cambria"/>
              </a:rPr>
              <a:t>ut</a:t>
            </a:r>
            <a:r>
              <a:rPr lang="en-IN" sz="2000" dirty="0">
                <a:latin typeface="Cambria"/>
                <a:cs typeface="Cambria"/>
              </a:rPr>
              <a:t>s</a:t>
            </a:r>
            <a:r>
              <a:rPr lang="en-IN" sz="2000" spc="-40" dirty="0">
                <a:latin typeface="Times New Roman"/>
                <a:cs typeface="Times New Roman"/>
              </a:rPr>
              <a:t> </a:t>
            </a:r>
            <a:r>
              <a:rPr lang="en-IN" sz="2000" spc="-5" dirty="0">
                <a:latin typeface="Cambria"/>
                <a:cs typeface="Cambria"/>
              </a:rPr>
              <a:t>in</a:t>
            </a:r>
            <a:r>
              <a:rPr lang="en-IN" sz="2000" dirty="0">
                <a:latin typeface="Cambria"/>
                <a:cs typeface="Cambria"/>
              </a:rPr>
              <a:t>cl</a:t>
            </a:r>
            <a:r>
              <a:rPr lang="en-IN" sz="2000" spc="-10" dirty="0">
                <a:latin typeface="Cambria"/>
                <a:cs typeface="Cambria"/>
              </a:rPr>
              <a:t>u</a:t>
            </a:r>
            <a:r>
              <a:rPr lang="en-IN" sz="2000" spc="-5" dirty="0">
                <a:latin typeface="Cambria"/>
                <a:cs typeface="Cambria"/>
              </a:rPr>
              <a:t>de:</a:t>
            </a:r>
            <a:endParaRPr lang="en-IN" sz="2000" dirty="0">
              <a:latin typeface="Cambria"/>
              <a:cs typeface="Cambria"/>
            </a:endParaRPr>
          </a:p>
          <a:p>
            <a:pPr marL="469265" lvl="1" indent="-304165">
              <a:lnSpc>
                <a:spcPct val="100000"/>
              </a:lnSpc>
              <a:spcBef>
                <a:spcPts val="865"/>
              </a:spcBef>
              <a:buFont typeface="Cambria"/>
              <a:buChar char="•"/>
              <a:tabLst>
                <a:tab pos="469900" algn="l"/>
              </a:tabLst>
            </a:pPr>
            <a:r>
              <a:rPr lang="en-IN" sz="2000" spc="-5" dirty="0">
                <a:latin typeface="Cambria"/>
                <a:cs typeface="Cambria"/>
              </a:rPr>
              <a:t>incid</a:t>
            </a:r>
            <a:r>
              <a:rPr lang="en-IN" sz="2000" spc="-10" dirty="0">
                <a:latin typeface="Cambria"/>
                <a:cs typeface="Cambria"/>
              </a:rPr>
              <a:t>e</a:t>
            </a:r>
            <a:r>
              <a:rPr lang="en-IN" sz="2000" spc="-20" dirty="0">
                <a:latin typeface="Cambria"/>
                <a:cs typeface="Cambria"/>
              </a:rPr>
              <a:t>n</a:t>
            </a:r>
            <a:r>
              <a:rPr lang="en-IN" sz="2000" dirty="0">
                <a:latin typeface="Cambria"/>
                <a:cs typeface="Cambria"/>
              </a:rPr>
              <a:t>t</a:t>
            </a:r>
            <a:r>
              <a:rPr lang="en-IN" sz="2000" spc="-40" dirty="0">
                <a:latin typeface="Times New Roman"/>
                <a:cs typeface="Times New Roman"/>
              </a:rPr>
              <a:t> </a:t>
            </a:r>
            <a:r>
              <a:rPr lang="en-IN" sz="2000" spc="-10" dirty="0">
                <a:latin typeface="Cambria"/>
                <a:cs typeface="Cambria"/>
              </a:rPr>
              <a:t>sum</a:t>
            </a:r>
            <a:r>
              <a:rPr lang="en-IN" sz="2000" spc="-20" dirty="0">
                <a:latin typeface="Cambria"/>
                <a:cs typeface="Cambria"/>
              </a:rPr>
              <a:t>m</a:t>
            </a:r>
            <a:r>
              <a:rPr lang="en-IN" sz="2000" spc="-15" dirty="0">
                <a:latin typeface="Cambria"/>
                <a:cs typeface="Cambria"/>
              </a:rPr>
              <a:t>ary</a:t>
            </a:r>
            <a:endParaRPr lang="en-IN" sz="2000" dirty="0">
              <a:latin typeface="Cambria"/>
              <a:cs typeface="Cambria"/>
            </a:endParaRPr>
          </a:p>
          <a:p>
            <a:pPr marL="469265" lvl="1" indent="-304165">
              <a:lnSpc>
                <a:spcPct val="100000"/>
              </a:lnSpc>
              <a:spcBef>
                <a:spcPts val="145"/>
              </a:spcBef>
              <a:buFont typeface="Cambria"/>
              <a:buChar char="•"/>
              <a:tabLst>
                <a:tab pos="469900" algn="l"/>
              </a:tabLst>
            </a:pPr>
            <a:r>
              <a:rPr lang="en-IN" sz="2000" dirty="0">
                <a:latin typeface="Cambria"/>
                <a:cs typeface="Cambria"/>
              </a:rPr>
              <a:t>imp</a:t>
            </a:r>
            <a:r>
              <a:rPr lang="en-IN" sz="2000" spc="-5" dirty="0">
                <a:latin typeface="Cambria"/>
                <a:cs typeface="Cambria"/>
              </a:rPr>
              <a:t>ac</a:t>
            </a:r>
            <a:r>
              <a:rPr lang="en-IN" sz="2000" dirty="0">
                <a:latin typeface="Cambria"/>
                <a:cs typeface="Cambria"/>
              </a:rPr>
              <a:t>t</a:t>
            </a:r>
            <a:r>
              <a:rPr lang="en-IN" sz="2000" spc="-10" dirty="0">
                <a:latin typeface="Cambria"/>
                <a:cs typeface="Cambria"/>
              </a:rPr>
              <a:t>ed</a:t>
            </a:r>
            <a:r>
              <a:rPr lang="en-IN" sz="2000" spc="-30" dirty="0">
                <a:latin typeface="Times New Roman"/>
                <a:cs typeface="Times New Roman"/>
              </a:rPr>
              <a:t> </a:t>
            </a:r>
            <a:r>
              <a:rPr lang="en-IN" sz="2000" spc="-5" dirty="0">
                <a:latin typeface="Cambria"/>
                <a:cs typeface="Cambria"/>
              </a:rPr>
              <a:t>loca</a:t>
            </a:r>
            <a:r>
              <a:rPr lang="en-IN" sz="2000" spc="-10" dirty="0">
                <a:latin typeface="Cambria"/>
                <a:cs typeface="Cambria"/>
              </a:rPr>
              <a:t>tions</a:t>
            </a:r>
            <a:r>
              <a:rPr lang="en-IN" sz="2000" spc="-40" dirty="0">
                <a:latin typeface="Times New Roman"/>
                <a:cs typeface="Times New Roman"/>
              </a:rPr>
              <a:t> </a:t>
            </a:r>
            <a:r>
              <a:rPr lang="en-IN" sz="2000" dirty="0">
                <a:latin typeface="Cambria"/>
                <a:cs typeface="Cambria"/>
              </a:rPr>
              <a:t>/</a:t>
            </a:r>
            <a:r>
              <a:rPr lang="en-IN" sz="2000" spc="-40" dirty="0">
                <a:latin typeface="Times New Roman"/>
                <a:cs typeface="Times New Roman"/>
              </a:rPr>
              <a:t> </a:t>
            </a:r>
            <a:r>
              <a:rPr lang="en-IN" sz="2000" dirty="0">
                <a:latin typeface="Cambria"/>
                <a:cs typeface="Cambria"/>
              </a:rPr>
              <a:t>a</a:t>
            </a:r>
            <a:r>
              <a:rPr lang="en-IN" sz="2000" spc="-25" dirty="0">
                <a:latin typeface="Cambria"/>
                <a:cs typeface="Cambria"/>
              </a:rPr>
              <a:t>s</a:t>
            </a:r>
            <a:r>
              <a:rPr lang="en-IN" sz="2000" spc="-5" dirty="0">
                <a:latin typeface="Cambria"/>
                <a:cs typeface="Cambria"/>
              </a:rPr>
              <a:t>sets</a:t>
            </a:r>
            <a:endParaRPr lang="en-IN" sz="2000" dirty="0">
              <a:latin typeface="Cambria"/>
              <a:cs typeface="Cambria"/>
            </a:endParaRPr>
          </a:p>
          <a:p>
            <a:pPr marL="469265" lvl="1" indent="-304165">
              <a:lnSpc>
                <a:spcPct val="100000"/>
              </a:lnSpc>
              <a:spcBef>
                <a:spcPts val="140"/>
              </a:spcBef>
              <a:buFont typeface="Cambria"/>
              <a:buChar char="•"/>
              <a:tabLst>
                <a:tab pos="469900" algn="l"/>
              </a:tabLst>
            </a:pPr>
            <a:r>
              <a:rPr lang="en-IN" sz="2000" spc="-10" dirty="0">
                <a:latin typeface="Cambria"/>
                <a:cs typeface="Cambria"/>
              </a:rPr>
              <a:t>safety</a:t>
            </a:r>
            <a:r>
              <a:rPr lang="en-IN" sz="2000" spc="-45" dirty="0">
                <a:latin typeface="Times New Roman"/>
                <a:cs typeface="Times New Roman"/>
              </a:rPr>
              <a:t> </a:t>
            </a:r>
            <a:r>
              <a:rPr lang="en-IN" sz="2000" dirty="0">
                <a:latin typeface="Cambria"/>
                <a:cs typeface="Cambria"/>
              </a:rPr>
              <a:t>imp</a:t>
            </a:r>
            <a:r>
              <a:rPr lang="en-IN" sz="2000" spc="-5" dirty="0">
                <a:latin typeface="Cambria"/>
                <a:cs typeface="Cambria"/>
              </a:rPr>
              <a:t>lica</a:t>
            </a:r>
            <a:r>
              <a:rPr lang="en-IN" sz="2000" dirty="0">
                <a:latin typeface="Cambria"/>
                <a:cs typeface="Cambria"/>
              </a:rPr>
              <a:t>t</a:t>
            </a:r>
            <a:r>
              <a:rPr lang="en-IN" sz="2000" spc="-10" dirty="0">
                <a:latin typeface="Cambria"/>
                <a:cs typeface="Cambria"/>
              </a:rPr>
              <a:t>ions</a:t>
            </a:r>
            <a:endParaRPr lang="en-IN" sz="2000" dirty="0">
              <a:latin typeface="Cambria"/>
              <a:cs typeface="Cambria"/>
            </a:endParaRPr>
          </a:p>
          <a:p>
            <a:pPr marL="469265" lvl="1" indent="-304165">
              <a:lnSpc>
                <a:spcPct val="100000"/>
              </a:lnSpc>
              <a:spcBef>
                <a:spcPts val="145"/>
              </a:spcBef>
              <a:buFont typeface="Cambria"/>
              <a:buChar char="•"/>
              <a:tabLst>
                <a:tab pos="469900" algn="l"/>
              </a:tabLst>
            </a:pPr>
            <a:r>
              <a:rPr lang="en-IN" sz="2000" dirty="0">
                <a:latin typeface="Cambria"/>
                <a:cs typeface="Cambria"/>
              </a:rPr>
              <a:t>escala</a:t>
            </a:r>
            <a:r>
              <a:rPr lang="en-IN" sz="2000" spc="-5" dirty="0">
                <a:latin typeface="Cambria"/>
                <a:cs typeface="Cambria"/>
              </a:rPr>
              <a:t>t</a:t>
            </a:r>
            <a:r>
              <a:rPr lang="en-IN" sz="2000" dirty="0">
                <a:latin typeface="Cambria"/>
                <a:cs typeface="Cambria"/>
              </a:rPr>
              <a:t>i</a:t>
            </a:r>
            <a:r>
              <a:rPr lang="en-IN" sz="2000" spc="-10" dirty="0">
                <a:latin typeface="Cambria"/>
                <a:cs typeface="Cambria"/>
              </a:rPr>
              <a:t>on</a:t>
            </a:r>
            <a:r>
              <a:rPr lang="en-IN" sz="2000" spc="-40" dirty="0">
                <a:latin typeface="Times New Roman"/>
                <a:cs typeface="Times New Roman"/>
              </a:rPr>
              <a:t> </a:t>
            </a:r>
            <a:r>
              <a:rPr lang="en-IN" sz="2000" spc="-10" dirty="0">
                <a:latin typeface="Cambria"/>
                <a:cs typeface="Cambria"/>
              </a:rPr>
              <a:t>recom</a:t>
            </a:r>
            <a:r>
              <a:rPr lang="en-IN" sz="2000" spc="-20" dirty="0">
                <a:latin typeface="Cambria"/>
                <a:cs typeface="Cambria"/>
              </a:rPr>
              <a:t>m</a:t>
            </a:r>
            <a:r>
              <a:rPr lang="en-IN" sz="2000" spc="-10" dirty="0">
                <a:latin typeface="Cambria"/>
                <a:cs typeface="Cambria"/>
              </a:rPr>
              <a:t>en</a:t>
            </a:r>
            <a:r>
              <a:rPr lang="en-IN" sz="2000" spc="-5" dirty="0">
                <a:latin typeface="Cambria"/>
                <a:cs typeface="Cambria"/>
              </a:rPr>
              <a:t>d</a:t>
            </a:r>
            <a:r>
              <a:rPr lang="en-IN" sz="2000" spc="-10" dirty="0">
                <a:latin typeface="Cambria"/>
                <a:cs typeface="Cambria"/>
              </a:rPr>
              <a:t>a</a:t>
            </a:r>
            <a:r>
              <a:rPr lang="en-IN" sz="2000" spc="-5" dirty="0">
                <a:latin typeface="Cambria"/>
                <a:cs typeface="Cambria"/>
              </a:rPr>
              <a:t>t</a:t>
            </a:r>
            <a:r>
              <a:rPr lang="en-IN" sz="2000" dirty="0">
                <a:latin typeface="Cambria"/>
                <a:cs typeface="Cambria"/>
              </a:rPr>
              <a:t>i</a:t>
            </a:r>
            <a:r>
              <a:rPr lang="en-IN" sz="2000" spc="-10" dirty="0">
                <a:latin typeface="Cambria"/>
                <a:cs typeface="Cambria"/>
              </a:rPr>
              <a:t>ons</a:t>
            </a:r>
            <a:endParaRPr lang="en-IN" sz="2000" dirty="0">
              <a:latin typeface="Cambria"/>
              <a:cs typeface="Cambria"/>
            </a:endParaRPr>
          </a:p>
          <a:p>
            <a:pPr marL="469265" lvl="1" indent="-304165">
              <a:lnSpc>
                <a:spcPct val="100000"/>
              </a:lnSpc>
              <a:spcBef>
                <a:spcPts val="155"/>
              </a:spcBef>
              <a:buFont typeface="Cambria"/>
              <a:buChar char="•"/>
              <a:tabLst>
                <a:tab pos="469900" algn="l"/>
              </a:tabLst>
            </a:pPr>
            <a:r>
              <a:rPr lang="en-IN" sz="2000" spc="-10" dirty="0">
                <a:latin typeface="Cambria"/>
                <a:cs typeface="Cambria"/>
              </a:rPr>
              <a:t>so</a:t>
            </a:r>
            <a:r>
              <a:rPr lang="en-IN" sz="2000" spc="-15" dirty="0">
                <a:latin typeface="Cambria"/>
                <a:cs typeface="Cambria"/>
              </a:rPr>
              <a:t>u</a:t>
            </a:r>
            <a:r>
              <a:rPr lang="en-IN" sz="2000" spc="-10" dirty="0">
                <a:latin typeface="Cambria"/>
                <a:cs typeface="Cambria"/>
              </a:rPr>
              <a:t>rce</a:t>
            </a:r>
            <a:r>
              <a:rPr lang="en-IN" sz="2000" spc="-40" dirty="0">
                <a:latin typeface="Times New Roman"/>
                <a:cs typeface="Times New Roman"/>
              </a:rPr>
              <a:t> </a:t>
            </a:r>
            <a:r>
              <a:rPr lang="en-IN" sz="2000" spc="-10" dirty="0">
                <a:latin typeface="Cambria"/>
                <a:cs typeface="Cambria"/>
              </a:rPr>
              <a:t>references</a:t>
            </a:r>
            <a:r>
              <a:rPr lang="en-IN" sz="2000" spc="-40" dirty="0">
                <a:latin typeface="Times New Roman"/>
                <a:cs typeface="Times New Roman"/>
              </a:rPr>
              <a:t> </a:t>
            </a:r>
            <a:r>
              <a:rPr lang="en-IN" sz="2000" dirty="0">
                <a:latin typeface="Cambria"/>
                <a:cs typeface="Cambria"/>
              </a:rPr>
              <a:t>(l</a:t>
            </a:r>
            <a:r>
              <a:rPr lang="en-IN" sz="2000" spc="-5" dirty="0">
                <a:latin typeface="Cambria"/>
                <a:cs typeface="Cambria"/>
              </a:rPr>
              <a:t>og</a:t>
            </a:r>
            <a:r>
              <a:rPr lang="en-IN" sz="2000" spc="-10" dirty="0">
                <a:latin typeface="Cambria"/>
                <a:cs typeface="Cambria"/>
              </a:rPr>
              <a:t>s</a:t>
            </a:r>
            <a:r>
              <a:rPr lang="en-IN" sz="2000" spc="-25" dirty="0">
                <a:latin typeface="Times New Roman"/>
                <a:cs typeface="Times New Roman"/>
              </a:rPr>
              <a:t> </a:t>
            </a:r>
            <a:r>
              <a:rPr lang="en-IN" sz="2000" dirty="0">
                <a:latin typeface="Cambria"/>
                <a:cs typeface="Cambria"/>
              </a:rPr>
              <a:t>/</a:t>
            </a:r>
            <a:r>
              <a:rPr lang="en-IN" sz="2000" spc="-40" dirty="0">
                <a:latin typeface="Times New Roman"/>
                <a:cs typeface="Times New Roman"/>
              </a:rPr>
              <a:t> </a:t>
            </a:r>
            <a:r>
              <a:rPr lang="en-IN" sz="2000" spc="-5" dirty="0">
                <a:latin typeface="Cambria"/>
                <a:cs typeface="Cambria"/>
              </a:rPr>
              <a:t>d</a:t>
            </a:r>
            <a:r>
              <a:rPr lang="en-IN" sz="2000" dirty="0">
                <a:latin typeface="Cambria"/>
                <a:cs typeface="Cambria"/>
              </a:rPr>
              <a:t>etect</a:t>
            </a:r>
            <a:r>
              <a:rPr lang="en-IN" sz="2000" spc="-10" dirty="0">
                <a:latin typeface="Cambria"/>
                <a:cs typeface="Cambria"/>
              </a:rPr>
              <a:t>ions</a:t>
            </a:r>
            <a:r>
              <a:rPr lang="en-IN" sz="2000" spc="-40" dirty="0">
                <a:latin typeface="Times New Roman"/>
                <a:cs typeface="Times New Roman"/>
              </a:rPr>
              <a:t> </a:t>
            </a:r>
            <a:r>
              <a:rPr lang="en-IN" sz="2000" dirty="0">
                <a:latin typeface="Cambria"/>
                <a:cs typeface="Cambria"/>
              </a:rPr>
              <a:t>/</a:t>
            </a:r>
            <a:r>
              <a:rPr lang="en-IN" sz="2000" spc="-45" dirty="0">
                <a:latin typeface="Times New Roman"/>
                <a:cs typeface="Times New Roman"/>
              </a:rPr>
              <a:t> </a:t>
            </a:r>
            <a:r>
              <a:rPr lang="en-IN" sz="2000" spc="-10" dirty="0">
                <a:latin typeface="Cambria"/>
                <a:cs typeface="Cambria"/>
              </a:rPr>
              <a:t>images)</a:t>
            </a:r>
            <a:endParaRPr lang="en-IN" sz="2000" dirty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865"/>
              </a:spcBef>
            </a:pPr>
            <a:r>
              <a:rPr lang="en-IN" sz="2000" spc="-10" dirty="0">
                <a:latin typeface="Cambria"/>
                <a:cs typeface="Cambria"/>
              </a:rPr>
              <a:t>T</a:t>
            </a:r>
            <a:r>
              <a:rPr lang="en-IN" sz="2000" spc="-20" dirty="0">
                <a:latin typeface="Cambria"/>
                <a:cs typeface="Cambria"/>
              </a:rPr>
              <a:t>h</a:t>
            </a:r>
            <a:r>
              <a:rPr lang="en-IN" sz="2000" spc="-5" dirty="0">
                <a:latin typeface="Cambria"/>
                <a:cs typeface="Cambria"/>
              </a:rPr>
              <a:t>is</a:t>
            </a:r>
            <a:r>
              <a:rPr lang="en-IN" sz="2000" spc="-40" dirty="0">
                <a:latin typeface="Times New Roman"/>
                <a:cs typeface="Times New Roman"/>
              </a:rPr>
              <a:t> </a:t>
            </a:r>
            <a:r>
              <a:rPr lang="en-IN" sz="2000" dirty="0">
                <a:latin typeface="Cambria"/>
                <a:cs typeface="Cambria"/>
              </a:rPr>
              <a:t>help</a:t>
            </a:r>
            <a:r>
              <a:rPr lang="en-IN" sz="2000" spc="-10" dirty="0">
                <a:latin typeface="Cambria"/>
                <a:cs typeface="Cambria"/>
              </a:rPr>
              <a:t>s</a:t>
            </a:r>
            <a:r>
              <a:rPr lang="en-IN" sz="2000" spc="-40" dirty="0">
                <a:latin typeface="Times New Roman"/>
                <a:cs typeface="Times New Roman"/>
              </a:rPr>
              <a:t> </a:t>
            </a:r>
            <a:r>
              <a:rPr lang="en-IN" sz="2000" spc="-10" dirty="0">
                <a:latin typeface="Cambria"/>
                <a:cs typeface="Cambria"/>
              </a:rPr>
              <a:t>operators</a:t>
            </a:r>
            <a:r>
              <a:rPr lang="en-IN" sz="2000" spc="-40" dirty="0">
                <a:latin typeface="Times New Roman"/>
                <a:cs typeface="Times New Roman"/>
              </a:rPr>
              <a:t> </a:t>
            </a:r>
            <a:r>
              <a:rPr lang="en-IN" sz="2000" spc="-10" dirty="0">
                <a:latin typeface="Cambria"/>
                <a:cs typeface="Cambria"/>
              </a:rPr>
              <a:t>mo</a:t>
            </a:r>
            <a:r>
              <a:rPr lang="en-IN" sz="2000" spc="-20" dirty="0">
                <a:latin typeface="Cambria"/>
                <a:cs typeface="Cambria"/>
              </a:rPr>
              <a:t>v</a:t>
            </a:r>
            <a:r>
              <a:rPr lang="en-IN" sz="2000" spc="-10" dirty="0">
                <a:latin typeface="Cambria"/>
                <a:cs typeface="Cambria"/>
              </a:rPr>
              <a:t>e</a:t>
            </a:r>
            <a:r>
              <a:rPr lang="en-IN" sz="2000" spc="-40" dirty="0">
                <a:latin typeface="Times New Roman"/>
                <a:cs typeface="Times New Roman"/>
              </a:rPr>
              <a:t> </a:t>
            </a:r>
            <a:r>
              <a:rPr lang="en-IN" sz="2000" spc="-5" dirty="0">
                <a:latin typeface="Cambria"/>
                <a:cs typeface="Cambria"/>
              </a:rPr>
              <a:t>f</a:t>
            </a:r>
            <a:r>
              <a:rPr lang="en-IN" sz="2000" spc="-15" dirty="0">
                <a:latin typeface="Cambria"/>
                <a:cs typeface="Cambria"/>
              </a:rPr>
              <a:t>r</a:t>
            </a:r>
            <a:r>
              <a:rPr lang="en-IN" sz="2000" spc="-10" dirty="0">
                <a:latin typeface="Cambria"/>
                <a:cs typeface="Cambria"/>
              </a:rPr>
              <a:t>o</a:t>
            </a:r>
            <a:r>
              <a:rPr lang="en-IN" sz="2000" spc="-5" dirty="0">
                <a:latin typeface="Cambria"/>
                <a:cs typeface="Cambria"/>
              </a:rPr>
              <a:t>m:</a:t>
            </a:r>
            <a:endParaRPr lang="en-IN" sz="2000" dirty="0">
              <a:latin typeface="Cambria"/>
              <a:cs typeface="Cambria"/>
            </a:endParaRPr>
          </a:p>
          <a:p>
            <a:pPr marL="317500">
              <a:lnSpc>
                <a:spcPct val="100000"/>
              </a:lnSpc>
              <a:spcBef>
                <a:spcPts val="865"/>
              </a:spcBef>
            </a:pPr>
            <a:r>
              <a:rPr lang="en-IN" sz="2000" b="1" dirty="0">
                <a:latin typeface="Cambria"/>
                <a:cs typeface="Cambria"/>
              </a:rPr>
              <a:t>raw </a:t>
            </a:r>
            <a:r>
              <a:rPr lang="en-IN" sz="2000" b="1" spc="5" dirty="0">
                <a:latin typeface="Cambria"/>
                <a:cs typeface="Cambria"/>
              </a:rPr>
              <a:t>a</a:t>
            </a:r>
            <a:r>
              <a:rPr lang="en-IN" sz="2000" b="1" dirty="0">
                <a:latin typeface="Cambria"/>
                <a:cs typeface="Cambria"/>
              </a:rPr>
              <a:t>lerts</a:t>
            </a:r>
            <a:r>
              <a:rPr lang="en-IN" sz="2000" b="1" spc="-15" dirty="0">
                <a:latin typeface="Cambria"/>
                <a:cs typeface="Cambria"/>
              </a:rPr>
              <a:t> </a:t>
            </a:r>
            <a:r>
              <a:rPr lang="en-IN" sz="2000" b="1" dirty="0">
                <a:latin typeface="Cambria"/>
                <a:cs typeface="Cambria"/>
              </a:rPr>
              <a:t>→ </a:t>
            </a:r>
            <a:r>
              <a:rPr lang="en-IN" sz="2000" b="1" spc="5" dirty="0">
                <a:latin typeface="Cambria"/>
                <a:cs typeface="Cambria"/>
              </a:rPr>
              <a:t>a</a:t>
            </a:r>
            <a:r>
              <a:rPr lang="en-IN" sz="2000" b="1" spc="-15" dirty="0">
                <a:latin typeface="Cambria"/>
                <a:cs typeface="Cambria"/>
              </a:rPr>
              <a:t>c</a:t>
            </a:r>
            <a:r>
              <a:rPr lang="en-IN" sz="2000" b="1" dirty="0">
                <a:latin typeface="Cambria"/>
                <a:cs typeface="Cambria"/>
              </a:rPr>
              <a:t>t</a:t>
            </a:r>
            <a:r>
              <a:rPr lang="en-IN" sz="2000" b="1" spc="-5" dirty="0">
                <a:latin typeface="Cambria"/>
                <a:cs typeface="Cambria"/>
              </a:rPr>
              <a:t>i</a:t>
            </a:r>
            <a:r>
              <a:rPr lang="en-IN" sz="2000" b="1" dirty="0">
                <a:latin typeface="Cambria"/>
                <a:cs typeface="Cambria"/>
              </a:rPr>
              <a:t>onable understa</a:t>
            </a:r>
            <a:r>
              <a:rPr lang="en-IN" sz="2000" b="1" spc="-5" dirty="0">
                <a:latin typeface="Cambria"/>
                <a:cs typeface="Cambria"/>
              </a:rPr>
              <a:t>n</a:t>
            </a:r>
            <a:r>
              <a:rPr lang="en-IN" sz="2000" b="1" dirty="0">
                <a:latin typeface="Cambria"/>
                <a:cs typeface="Cambria"/>
              </a:rPr>
              <a:t>d</a:t>
            </a:r>
            <a:r>
              <a:rPr lang="en-IN" sz="2000" b="1" spc="-5" dirty="0">
                <a:latin typeface="Cambria"/>
                <a:cs typeface="Cambria"/>
              </a:rPr>
              <a:t>in</a:t>
            </a:r>
            <a:r>
              <a:rPr lang="en-IN" sz="2000" b="1" dirty="0">
                <a:latin typeface="Cambria"/>
                <a:cs typeface="Cambria"/>
              </a:rPr>
              <a:t>g</a:t>
            </a:r>
            <a:endParaRPr lang="en-IN" sz="2000" dirty="0">
              <a:latin typeface="Cambria"/>
              <a:cs typeface="Cambria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88025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CF1B2E-5609-7940-B250-DAC04BB07F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06824"/>
            <a:ext cx="10515600" cy="5370139"/>
          </a:xfrm>
        </p:spPr>
        <p:txBody>
          <a:bodyPr/>
          <a:lstStyle/>
          <a:p>
            <a:pPr marL="196850" indent="-184150">
              <a:lnSpc>
                <a:spcPct val="100000"/>
              </a:lnSpc>
              <a:buClr>
                <a:srgbClr val="4F80BC"/>
              </a:buClr>
              <a:buFont typeface="Calibri"/>
              <a:buAutoNum type="arabicParenR" startAt="4"/>
              <a:tabLst>
                <a:tab pos="197485" algn="l"/>
              </a:tabLst>
            </a:pPr>
            <a:r>
              <a:rPr lang="en-IN" sz="2400" b="1" spc="-5" dirty="0">
                <a:solidFill>
                  <a:srgbClr val="4F80BC"/>
                </a:solidFill>
                <a:latin typeface="Calibri"/>
                <a:cs typeface="Calibri"/>
              </a:rPr>
              <a:t>Time</a:t>
            </a:r>
            <a:r>
              <a:rPr lang="en-IN" sz="2400" b="1" spc="5" dirty="0">
                <a:solidFill>
                  <a:srgbClr val="4F80BC"/>
                </a:solidFill>
                <a:latin typeface="Calibri"/>
                <a:cs typeface="Calibri"/>
              </a:rPr>
              <a:t>l</a:t>
            </a:r>
            <a:r>
              <a:rPr lang="en-IN" sz="2400" b="1" dirty="0">
                <a:solidFill>
                  <a:srgbClr val="4F80BC"/>
                </a:solidFill>
                <a:latin typeface="Calibri"/>
                <a:cs typeface="Calibri"/>
              </a:rPr>
              <a:t>ine</a:t>
            </a:r>
            <a:r>
              <a:rPr lang="en-IN" sz="2400" b="1" spc="-35" dirty="0">
                <a:solidFill>
                  <a:srgbClr val="4F80BC"/>
                </a:solidFill>
                <a:latin typeface="Times New Roman"/>
                <a:cs typeface="Times New Roman"/>
              </a:rPr>
              <a:t> </a:t>
            </a:r>
            <a:r>
              <a:rPr lang="en-IN" sz="2400" b="1" spc="-15" dirty="0">
                <a:solidFill>
                  <a:srgbClr val="4F80BC"/>
                </a:solidFill>
                <a:latin typeface="Calibri"/>
                <a:cs typeface="Calibri"/>
              </a:rPr>
              <a:t>R</a:t>
            </a:r>
            <a:r>
              <a:rPr lang="en-IN" sz="2400" b="1" spc="-5" dirty="0">
                <a:solidFill>
                  <a:srgbClr val="4F80BC"/>
                </a:solidFill>
                <a:latin typeface="Calibri"/>
                <a:cs typeface="Calibri"/>
              </a:rPr>
              <a:t>epl</a:t>
            </a:r>
            <a:r>
              <a:rPr lang="en-IN" sz="2400" b="1" dirty="0">
                <a:solidFill>
                  <a:srgbClr val="4F80BC"/>
                </a:solidFill>
                <a:latin typeface="Calibri"/>
                <a:cs typeface="Calibri"/>
              </a:rPr>
              <a:t>ay</a:t>
            </a:r>
            <a:r>
              <a:rPr lang="en-IN" sz="2400" b="1" spc="-45" dirty="0">
                <a:solidFill>
                  <a:srgbClr val="4F80BC"/>
                </a:solidFill>
                <a:latin typeface="Times New Roman"/>
                <a:cs typeface="Times New Roman"/>
              </a:rPr>
              <a:t> </a:t>
            </a:r>
            <a:r>
              <a:rPr lang="en-IN" sz="2400" b="1" dirty="0">
                <a:solidFill>
                  <a:srgbClr val="4F80BC"/>
                </a:solidFill>
                <a:latin typeface="Calibri"/>
                <a:cs typeface="Calibri"/>
              </a:rPr>
              <a:t>&amp;</a:t>
            </a:r>
            <a:r>
              <a:rPr lang="en-IN" sz="2400" b="1" spc="-45" dirty="0">
                <a:solidFill>
                  <a:srgbClr val="4F80BC"/>
                </a:solidFill>
                <a:latin typeface="Times New Roman"/>
                <a:cs typeface="Times New Roman"/>
              </a:rPr>
              <a:t> </a:t>
            </a:r>
            <a:r>
              <a:rPr lang="en-IN" sz="2400" b="1" dirty="0">
                <a:solidFill>
                  <a:srgbClr val="4F80BC"/>
                </a:solidFill>
                <a:latin typeface="Calibri"/>
                <a:cs typeface="Calibri"/>
              </a:rPr>
              <a:t>Histo</a:t>
            </a:r>
            <a:r>
              <a:rPr lang="en-IN" sz="2400" b="1" spc="-10" dirty="0">
                <a:solidFill>
                  <a:srgbClr val="4F80BC"/>
                </a:solidFill>
                <a:latin typeface="Calibri"/>
                <a:cs typeface="Calibri"/>
              </a:rPr>
              <a:t>r</a:t>
            </a:r>
            <a:r>
              <a:rPr lang="en-IN" sz="2400" b="1" dirty="0">
                <a:solidFill>
                  <a:srgbClr val="4F80BC"/>
                </a:solidFill>
                <a:latin typeface="Calibri"/>
                <a:cs typeface="Calibri"/>
              </a:rPr>
              <a:t>ical</a:t>
            </a:r>
            <a:r>
              <a:rPr lang="en-IN" sz="2400" b="1" spc="-35" dirty="0">
                <a:solidFill>
                  <a:srgbClr val="4F80BC"/>
                </a:solidFill>
                <a:latin typeface="Times New Roman"/>
                <a:cs typeface="Times New Roman"/>
              </a:rPr>
              <a:t> </a:t>
            </a:r>
            <a:r>
              <a:rPr lang="en-IN" sz="2400" b="1" spc="-5" dirty="0">
                <a:solidFill>
                  <a:srgbClr val="4F80BC"/>
                </a:solidFill>
                <a:latin typeface="Calibri"/>
                <a:cs typeface="Calibri"/>
              </a:rPr>
              <a:t>I</a:t>
            </a:r>
            <a:r>
              <a:rPr lang="en-IN" sz="2400" b="1" spc="-10" dirty="0">
                <a:solidFill>
                  <a:srgbClr val="4F80BC"/>
                </a:solidFill>
                <a:latin typeface="Calibri"/>
                <a:cs typeface="Calibri"/>
              </a:rPr>
              <a:t>n</a:t>
            </a:r>
            <a:r>
              <a:rPr lang="en-IN" sz="2400" b="1" dirty="0">
                <a:solidFill>
                  <a:srgbClr val="4F80BC"/>
                </a:solidFill>
                <a:latin typeface="Calibri"/>
                <a:cs typeface="Calibri"/>
              </a:rPr>
              <a:t>s</a:t>
            </a:r>
            <a:r>
              <a:rPr lang="en-IN" sz="2400" b="1" spc="-5" dirty="0">
                <a:solidFill>
                  <a:srgbClr val="4F80BC"/>
                </a:solidFill>
                <a:latin typeface="Calibri"/>
                <a:cs typeface="Calibri"/>
              </a:rPr>
              <a:t>i</a:t>
            </a:r>
            <a:r>
              <a:rPr lang="en-IN" sz="2400" b="1" spc="5" dirty="0">
                <a:solidFill>
                  <a:srgbClr val="4F80BC"/>
                </a:solidFill>
                <a:latin typeface="Calibri"/>
                <a:cs typeface="Calibri"/>
              </a:rPr>
              <a:t>g</a:t>
            </a:r>
            <a:r>
              <a:rPr lang="en-IN" sz="2400" b="1" spc="-10" dirty="0">
                <a:solidFill>
                  <a:srgbClr val="4F80BC"/>
                </a:solidFill>
                <a:latin typeface="Calibri"/>
                <a:cs typeface="Calibri"/>
              </a:rPr>
              <a:t>h</a:t>
            </a:r>
            <a:r>
              <a:rPr lang="en-IN" sz="2400" b="1" dirty="0">
                <a:solidFill>
                  <a:srgbClr val="4F80BC"/>
                </a:solidFill>
                <a:latin typeface="Calibri"/>
                <a:cs typeface="Calibri"/>
              </a:rPr>
              <a:t>t</a:t>
            </a:r>
            <a:endParaRPr lang="en-IN" sz="2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35"/>
              </a:spcBef>
            </a:pPr>
            <a:r>
              <a:rPr lang="en-IN" sz="2000" spc="-10" dirty="0">
                <a:latin typeface="Cambria"/>
                <a:cs typeface="Cambria"/>
              </a:rPr>
              <a:t>Nexsense</a:t>
            </a:r>
            <a:r>
              <a:rPr lang="en-IN" sz="2000" spc="-35" dirty="0">
                <a:latin typeface="Times New Roman"/>
                <a:cs typeface="Times New Roman"/>
              </a:rPr>
              <a:t> </a:t>
            </a:r>
            <a:r>
              <a:rPr lang="en-IN" sz="2000" dirty="0">
                <a:latin typeface="Cambria"/>
                <a:cs typeface="Cambria"/>
              </a:rPr>
              <a:t>supp</a:t>
            </a:r>
            <a:r>
              <a:rPr lang="en-IN" sz="2000" spc="-10" dirty="0">
                <a:latin typeface="Cambria"/>
                <a:cs typeface="Cambria"/>
              </a:rPr>
              <a:t>o</a:t>
            </a:r>
            <a:r>
              <a:rPr lang="en-IN" sz="2000" spc="-15" dirty="0">
                <a:latin typeface="Cambria"/>
                <a:cs typeface="Cambria"/>
              </a:rPr>
              <a:t>r</a:t>
            </a:r>
            <a:r>
              <a:rPr lang="en-IN" sz="2000" spc="-10" dirty="0">
                <a:latin typeface="Cambria"/>
                <a:cs typeface="Cambria"/>
              </a:rPr>
              <a:t>ts:</a:t>
            </a:r>
            <a:endParaRPr lang="en-IN" sz="2000" dirty="0">
              <a:latin typeface="Cambria"/>
              <a:cs typeface="Cambria"/>
            </a:endParaRPr>
          </a:p>
          <a:p>
            <a:pPr marL="469265" lvl="1" indent="-304165">
              <a:lnSpc>
                <a:spcPct val="100000"/>
              </a:lnSpc>
              <a:spcBef>
                <a:spcPts val="865"/>
              </a:spcBef>
              <a:buFont typeface="Cambria"/>
              <a:buChar char="•"/>
              <a:tabLst>
                <a:tab pos="469900" algn="l"/>
              </a:tabLst>
            </a:pPr>
            <a:r>
              <a:rPr lang="en-IN" sz="2000" spc="-10" dirty="0">
                <a:latin typeface="Cambria"/>
                <a:cs typeface="Cambria"/>
              </a:rPr>
              <a:t>event</a:t>
            </a:r>
            <a:r>
              <a:rPr lang="en-IN" sz="2000" spc="-35" dirty="0">
                <a:latin typeface="Times New Roman"/>
                <a:cs typeface="Times New Roman"/>
              </a:rPr>
              <a:t> </a:t>
            </a:r>
            <a:r>
              <a:rPr lang="en-IN" sz="2000" spc="-10" dirty="0">
                <a:latin typeface="Cambria"/>
                <a:cs typeface="Cambria"/>
              </a:rPr>
              <a:t>history</a:t>
            </a:r>
            <a:r>
              <a:rPr lang="en-IN" sz="2000" spc="-45" dirty="0">
                <a:latin typeface="Times New Roman"/>
                <a:cs typeface="Times New Roman"/>
              </a:rPr>
              <a:t> </a:t>
            </a:r>
            <a:r>
              <a:rPr lang="en-IN" sz="2000" spc="-5" dirty="0">
                <a:latin typeface="Cambria"/>
                <a:cs typeface="Cambria"/>
              </a:rPr>
              <a:t>t</a:t>
            </a:r>
            <a:r>
              <a:rPr lang="en-IN" sz="2000" dirty="0">
                <a:latin typeface="Cambria"/>
                <a:cs typeface="Cambria"/>
              </a:rPr>
              <a:t>imeline</a:t>
            </a:r>
          </a:p>
          <a:p>
            <a:pPr marL="469265" lvl="1" indent="-304165">
              <a:lnSpc>
                <a:spcPct val="100000"/>
              </a:lnSpc>
              <a:spcBef>
                <a:spcPts val="155"/>
              </a:spcBef>
              <a:buFont typeface="Cambria"/>
              <a:buChar char="•"/>
              <a:tabLst>
                <a:tab pos="469900" algn="l"/>
              </a:tabLst>
            </a:pPr>
            <a:r>
              <a:rPr lang="en-IN" sz="2000" dirty="0">
                <a:latin typeface="Cambria"/>
                <a:cs typeface="Cambria"/>
              </a:rPr>
              <a:t>b</a:t>
            </a:r>
            <a:r>
              <a:rPr lang="en-IN" sz="2000" spc="-5" dirty="0">
                <a:latin typeface="Cambria"/>
                <a:cs typeface="Cambria"/>
              </a:rPr>
              <a:t>ack-in-t</a:t>
            </a:r>
            <a:r>
              <a:rPr lang="en-IN" sz="2000" dirty="0">
                <a:latin typeface="Cambria"/>
                <a:cs typeface="Cambria"/>
              </a:rPr>
              <a:t>i</a:t>
            </a:r>
            <a:r>
              <a:rPr lang="en-IN" sz="2000" spc="-10" dirty="0">
                <a:latin typeface="Cambria"/>
                <a:cs typeface="Cambria"/>
              </a:rPr>
              <a:t>me</a:t>
            </a:r>
            <a:r>
              <a:rPr lang="en-IN" sz="2000" spc="-40" dirty="0">
                <a:latin typeface="Times New Roman"/>
                <a:cs typeface="Times New Roman"/>
              </a:rPr>
              <a:t> </a:t>
            </a:r>
            <a:r>
              <a:rPr lang="en-IN" sz="2000" spc="-5" dirty="0">
                <a:latin typeface="Cambria"/>
                <a:cs typeface="Cambria"/>
              </a:rPr>
              <a:t>n</a:t>
            </a:r>
            <a:r>
              <a:rPr lang="en-IN" sz="2000" dirty="0">
                <a:latin typeface="Cambria"/>
                <a:cs typeface="Cambria"/>
              </a:rPr>
              <a:t>a</a:t>
            </a:r>
            <a:r>
              <a:rPr lang="en-IN" sz="2000" spc="-15" dirty="0">
                <a:latin typeface="Cambria"/>
                <a:cs typeface="Cambria"/>
              </a:rPr>
              <a:t>v</a:t>
            </a:r>
            <a:r>
              <a:rPr lang="en-IN" sz="2000" dirty="0">
                <a:latin typeface="Cambria"/>
                <a:cs typeface="Cambria"/>
              </a:rPr>
              <a:t>igati</a:t>
            </a:r>
            <a:r>
              <a:rPr lang="en-IN" sz="2000" spc="-10" dirty="0">
                <a:latin typeface="Cambria"/>
                <a:cs typeface="Cambria"/>
              </a:rPr>
              <a:t>on</a:t>
            </a:r>
            <a:endParaRPr lang="en-IN" sz="2000" dirty="0">
              <a:latin typeface="Cambria"/>
              <a:cs typeface="Cambria"/>
            </a:endParaRPr>
          </a:p>
          <a:p>
            <a:pPr marL="469265" lvl="1" indent="-304165">
              <a:lnSpc>
                <a:spcPct val="100000"/>
              </a:lnSpc>
              <a:spcBef>
                <a:spcPts val="145"/>
              </a:spcBef>
              <a:buFont typeface="Cambria"/>
              <a:buChar char="•"/>
              <a:tabLst>
                <a:tab pos="469900" algn="l"/>
              </a:tabLst>
            </a:pPr>
            <a:r>
              <a:rPr lang="en-IN" sz="2000" spc="-10" dirty="0">
                <a:latin typeface="Cambria"/>
                <a:cs typeface="Cambria"/>
              </a:rPr>
              <a:t>c</a:t>
            </a:r>
            <a:r>
              <a:rPr lang="en-IN" sz="2000" spc="-15" dirty="0">
                <a:latin typeface="Cambria"/>
                <a:cs typeface="Cambria"/>
              </a:rPr>
              <a:t>r</a:t>
            </a:r>
            <a:r>
              <a:rPr lang="en-IN" sz="2000" spc="-10" dirty="0">
                <a:latin typeface="Cambria"/>
                <a:cs typeface="Cambria"/>
              </a:rPr>
              <a:t>os</a:t>
            </a:r>
            <a:r>
              <a:rPr lang="en-IN" sz="2000" spc="-15" dirty="0">
                <a:latin typeface="Cambria"/>
                <a:cs typeface="Cambria"/>
              </a:rPr>
              <a:t>s</a:t>
            </a:r>
            <a:r>
              <a:rPr lang="en-IN" sz="2000" spc="-5" dirty="0">
                <a:latin typeface="Cambria"/>
                <a:cs typeface="Cambria"/>
              </a:rPr>
              <a:t>-</a:t>
            </a:r>
            <a:r>
              <a:rPr lang="en-IN" sz="2000" spc="-10" dirty="0">
                <a:latin typeface="Cambria"/>
                <a:cs typeface="Cambria"/>
              </a:rPr>
              <a:t>sensor</a:t>
            </a:r>
            <a:r>
              <a:rPr lang="en-IN" sz="2000" spc="-45" dirty="0">
                <a:latin typeface="Times New Roman"/>
                <a:cs typeface="Times New Roman"/>
              </a:rPr>
              <a:t> </a:t>
            </a:r>
            <a:r>
              <a:rPr lang="en-IN" sz="2000" dirty="0">
                <a:latin typeface="Cambria"/>
                <a:cs typeface="Cambria"/>
              </a:rPr>
              <a:t>p</a:t>
            </a:r>
            <a:r>
              <a:rPr lang="en-IN" sz="2000" spc="-5" dirty="0">
                <a:latin typeface="Cambria"/>
                <a:cs typeface="Cambria"/>
              </a:rPr>
              <a:t>lay</a:t>
            </a:r>
            <a:r>
              <a:rPr lang="en-IN" sz="2000" dirty="0">
                <a:latin typeface="Cambria"/>
                <a:cs typeface="Cambria"/>
              </a:rPr>
              <a:t>b</a:t>
            </a:r>
            <a:r>
              <a:rPr lang="en-IN" sz="2000" spc="-5" dirty="0">
                <a:latin typeface="Cambria"/>
                <a:cs typeface="Cambria"/>
              </a:rPr>
              <a:t>ack</a:t>
            </a:r>
            <a:endParaRPr lang="en-IN" sz="2000" dirty="0">
              <a:latin typeface="Cambria"/>
              <a:cs typeface="Cambria"/>
            </a:endParaRPr>
          </a:p>
          <a:p>
            <a:pPr marL="469265" lvl="1" indent="-304165">
              <a:lnSpc>
                <a:spcPct val="100000"/>
              </a:lnSpc>
              <a:spcBef>
                <a:spcPts val="145"/>
              </a:spcBef>
              <a:buFont typeface="Cambria"/>
              <a:buChar char="•"/>
              <a:tabLst>
                <a:tab pos="469900" algn="l"/>
              </a:tabLst>
            </a:pPr>
            <a:r>
              <a:rPr lang="en-IN" sz="2000" spc="-5" dirty="0">
                <a:latin typeface="Cambria"/>
                <a:cs typeface="Cambria"/>
              </a:rPr>
              <a:t>incid</a:t>
            </a:r>
            <a:r>
              <a:rPr lang="en-IN" sz="2000" spc="-10" dirty="0">
                <a:latin typeface="Cambria"/>
                <a:cs typeface="Cambria"/>
              </a:rPr>
              <a:t>e</a:t>
            </a:r>
            <a:r>
              <a:rPr lang="en-IN" sz="2000" spc="-20" dirty="0">
                <a:latin typeface="Cambria"/>
                <a:cs typeface="Cambria"/>
              </a:rPr>
              <a:t>n</a:t>
            </a:r>
            <a:r>
              <a:rPr lang="en-IN" sz="2000" dirty="0">
                <a:latin typeface="Cambria"/>
                <a:cs typeface="Cambria"/>
              </a:rPr>
              <a:t>t</a:t>
            </a:r>
            <a:r>
              <a:rPr lang="en-IN" sz="2000" spc="-40" dirty="0">
                <a:latin typeface="Times New Roman"/>
                <a:cs typeface="Times New Roman"/>
              </a:rPr>
              <a:t> </a:t>
            </a:r>
            <a:r>
              <a:rPr lang="en-IN" sz="2000" spc="-10" dirty="0">
                <a:latin typeface="Cambria"/>
                <a:cs typeface="Cambria"/>
              </a:rPr>
              <a:t>e</a:t>
            </a:r>
            <a:r>
              <a:rPr lang="en-IN" sz="2000" spc="-15" dirty="0">
                <a:latin typeface="Cambria"/>
                <a:cs typeface="Cambria"/>
              </a:rPr>
              <a:t>v</a:t>
            </a:r>
            <a:r>
              <a:rPr lang="en-IN" sz="2000" dirty="0">
                <a:latin typeface="Cambria"/>
                <a:cs typeface="Cambria"/>
              </a:rPr>
              <a:t>ol</a:t>
            </a:r>
            <a:r>
              <a:rPr lang="en-IN" sz="2000" spc="-10" dirty="0">
                <a:latin typeface="Cambria"/>
                <a:cs typeface="Cambria"/>
              </a:rPr>
              <a:t>u</a:t>
            </a:r>
            <a:r>
              <a:rPr lang="en-IN" sz="2000" spc="-5" dirty="0">
                <a:latin typeface="Cambria"/>
                <a:cs typeface="Cambria"/>
              </a:rPr>
              <a:t>t</a:t>
            </a:r>
            <a:r>
              <a:rPr lang="en-IN" sz="2000" dirty="0">
                <a:latin typeface="Cambria"/>
                <a:cs typeface="Cambria"/>
              </a:rPr>
              <a:t>i</a:t>
            </a:r>
            <a:r>
              <a:rPr lang="en-IN" sz="2000" spc="-10" dirty="0">
                <a:latin typeface="Cambria"/>
                <a:cs typeface="Cambria"/>
              </a:rPr>
              <a:t>on</a:t>
            </a:r>
            <a:r>
              <a:rPr lang="en-IN" sz="2000" spc="-40" dirty="0">
                <a:latin typeface="Times New Roman"/>
                <a:cs typeface="Times New Roman"/>
              </a:rPr>
              <a:t> </a:t>
            </a:r>
            <a:r>
              <a:rPr lang="en-IN" sz="2000" spc="-5" dirty="0">
                <a:latin typeface="Cambria"/>
                <a:cs typeface="Cambria"/>
              </a:rPr>
              <a:t>trackin</a:t>
            </a:r>
            <a:r>
              <a:rPr lang="en-IN" sz="2000" dirty="0">
                <a:latin typeface="Cambria"/>
                <a:cs typeface="Cambria"/>
              </a:rPr>
              <a:t>g</a:t>
            </a:r>
          </a:p>
          <a:p>
            <a:pPr marL="469265" indent="-304165">
              <a:lnSpc>
                <a:spcPct val="100000"/>
              </a:lnSpc>
              <a:buFont typeface="Cambria"/>
              <a:buChar char="•"/>
              <a:tabLst>
                <a:tab pos="469900" algn="l"/>
              </a:tabLst>
            </a:pPr>
            <a:r>
              <a:rPr lang="en-IN" sz="2000" spc="-10" dirty="0">
                <a:latin typeface="Cambria"/>
                <a:cs typeface="Cambria"/>
              </a:rPr>
              <a:t>Use</a:t>
            </a:r>
            <a:r>
              <a:rPr lang="en-IN" sz="2000" spc="-35" dirty="0">
                <a:latin typeface="Times New Roman"/>
                <a:cs typeface="Times New Roman"/>
              </a:rPr>
              <a:t> </a:t>
            </a:r>
            <a:r>
              <a:rPr lang="en-IN" sz="2000" spc="-5" dirty="0">
                <a:latin typeface="Cambria"/>
                <a:cs typeface="Cambria"/>
              </a:rPr>
              <a:t>cases:</a:t>
            </a:r>
          </a:p>
          <a:p>
            <a:pPr marL="469265" indent="-304165">
              <a:lnSpc>
                <a:spcPct val="100000"/>
              </a:lnSpc>
              <a:buFont typeface="Cambria"/>
              <a:buChar char="•"/>
              <a:tabLst>
                <a:tab pos="469900" algn="l"/>
              </a:tabLst>
            </a:pPr>
            <a:r>
              <a:rPr lang="en-IN" sz="2000" spc="-10" dirty="0">
                <a:latin typeface="Cambria"/>
                <a:cs typeface="Cambria"/>
              </a:rPr>
              <a:t>c</a:t>
            </a:r>
            <a:r>
              <a:rPr lang="en-IN" sz="2000" spc="-15" dirty="0">
                <a:latin typeface="Cambria"/>
                <a:cs typeface="Cambria"/>
              </a:rPr>
              <a:t>r</a:t>
            </a:r>
            <a:r>
              <a:rPr lang="en-IN" sz="2000" dirty="0">
                <a:latin typeface="Cambria"/>
                <a:cs typeface="Cambria"/>
              </a:rPr>
              <a:t>o</a:t>
            </a:r>
            <a:r>
              <a:rPr lang="en-IN" sz="2000" spc="-10" dirty="0">
                <a:latin typeface="Cambria"/>
                <a:cs typeface="Cambria"/>
              </a:rPr>
              <a:t>wd</a:t>
            </a:r>
            <a:r>
              <a:rPr lang="en-IN" sz="2000" spc="-35" dirty="0">
                <a:latin typeface="Times New Roman"/>
                <a:cs typeface="Times New Roman"/>
              </a:rPr>
              <a:t> </a:t>
            </a:r>
            <a:r>
              <a:rPr lang="en-IN" sz="2000" spc="-10" dirty="0">
                <a:latin typeface="Cambria"/>
                <a:cs typeface="Cambria"/>
              </a:rPr>
              <a:t>m</a:t>
            </a:r>
            <a:r>
              <a:rPr lang="en-IN" sz="2000" spc="-15" dirty="0">
                <a:latin typeface="Cambria"/>
                <a:cs typeface="Cambria"/>
              </a:rPr>
              <a:t>ov</a:t>
            </a:r>
            <a:r>
              <a:rPr lang="en-IN" sz="2000" spc="-10" dirty="0">
                <a:latin typeface="Cambria"/>
                <a:cs typeface="Cambria"/>
              </a:rPr>
              <a:t>emen</a:t>
            </a:r>
            <a:r>
              <a:rPr lang="en-IN" sz="2000" dirty="0">
                <a:latin typeface="Cambria"/>
                <a:cs typeface="Cambria"/>
              </a:rPr>
              <a:t>t</a:t>
            </a:r>
            <a:r>
              <a:rPr lang="en-IN" sz="2000" spc="-40" dirty="0">
                <a:latin typeface="Times New Roman"/>
                <a:cs typeface="Times New Roman"/>
              </a:rPr>
              <a:t> </a:t>
            </a:r>
            <a:r>
              <a:rPr lang="en-IN" sz="2000" spc="-10" dirty="0">
                <a:latin typeface="Cambria"/>
                <a:cs typeface="Cambria"/>
              </a:rPr>
              <a:t>reco</a:t>
            </a:r>
            <a:r>
              <a:rPr lang="en-IN" sz="2000" spc="-5" dirty="0">
                <a:latin typeface="Cambria"/>
                <a:cs typeface="Cambria"/>
              </a:rPr>
              <a:t>nstr</a:t>
            </a:r>
            <a:r>
              <a:rPr lang="en-IN" sz="2000" spc="-20" dirty="0">
                <a:latin typeface="Cambria"/>
                <a:cs typeface="Cambria"/>
              </a:rPr>
              <a:t>u</a:t>
            </a:r>
            <a:r>
              <a:rPr lang="en-IN" sz="2000" spc="-10" dirty="0">
                <a:latin typeface="Cambria"/>
                <a:cs typeface="Cambria"/>
              </a:rPr>
              <a:t>ction</a:t>
            </a:r>
            <a:endParaRPr lang="en-IN" sz="2000" dirty="0">
              <a:latin typeface="Cambria"/>
              <a:cs typeface="Cambria"/>
            </a:endParaRPr>
          </a:p>
          <a:p>
            <a:pPr marL="469265" indent="-304165">
              <a:lnSpc>
                <a:spcPct val="100000"/>
              </a:lnSpc>
              <a:spcBef>
                <a:spcPts val="145"/>
              </a:spcBef>
              <a:buFont typeface="Cambria"/>
              <a:buChar char="•"/>
              <a:tabLst>
                <a:tab pos="469900" algn="l"/>
              </a:tabLst>
            </a:pPr>
            <a:r>
              <a:rPr lang="en-IN" sz="2000" spc="-10" dirty="0">
                <a:latin typeface="Cambria"/>
                <a:cs typeface="Cambria"/>
              </a:rPr>
              <a:t>oper</a:t>
            </a:r>
            <a:r>
              <a:rPr lang="en-IN" sz="2000" spc="-5" dirty="0">
                <a:latin typeface="Cambria"/>
                <a:cs typeface="Cambria"/>
              </a:rPr>
              <a:t>a</a:t>
            </a:r>
            <a:r>
              <a:rPr lang="en-IN" sz="2000" dirty="0">
                <a:latin typeface="Cambria"/>
                <a:cs typeface="Cambria"/>
              </a:rPr>
              <a:t>t</a:t>
            </a:r>
            <a:r>
              <a:rPr lang="en-IN" sz="2000" spc="-10" dirty="0">
                <a:latin typeface="Cambria"/>
                <a:cs typeface="Cambria"/>
              </a:rPr>
              <a:t>ions</a:t>
            </a:r>
            <a:r>
              <a:rPr lang="en-IN" sz="2000" spc="-40" dirty="0">
                <a:latin typeface="Times New Roman"/>
                <a:cs typeface="Times New Roman"/>
              </a:rPr>
              <a:t> </a:t>
            </a:r>
            <a:r>
              <a:rPr lang="en-IN" sz="2000" dirty="0">
                <a:latin typeface="Cambria"/>
                <a:cs typeface="Cambria"/>
              </a:rPr>
              <a:t>a</a:t>
            </a:r>
            <a:r>
              <a:rPr lang="en-IN" sz="2000" spc="-15" dirty="0">
                <a:latin typeface="Cambria"/>
                <a:cs typeface="Cambria"/>
              </a:rPr>
              <a:t>u</a:t>
            </a:r>
            <a:r>
              <a:rPr lang="en-IN" sz="2000" spc="-10" dirty="0">
                <a:latin typeface="Cambria"/>
                <a:cs typeface="Cambria"/>
              </a:rPr>
              <a:t>d</a:t>
            </a:r>
            <a:r>
              <a:rPr lang="en-IN" sz="2000" spc="-15" dirty="0">
                <a:latin typeface="Cambria"/>
                <a:cs typeface="Cambria"/>
              </a:rPr>
              <a:t>i</a:t>
            </a:r>
            <a:r>
              <a:rPr lang="en-IN" sz="2000" dirty="0">
                <a:latin typeface="Cambria"/>
                <a:cs typeface="Cambria"/>
              </a:rPr>
              <a:t>t</a:t>
            </a:r>
            <a:r>
              <a:rPr lang="en-IN" sz="2000" spc="-40" dirty="0">
                <a:latin typeface="Times New Roman"/>
                <a:cs typeface="Times New Roman"/>
              </a:rPr>
              <a:t> </a:t>
            </a:r>
            <a:r>
              <a:rPr lang="en-IN" sz="2000" spc="-10" dirty="0">
                <a:latin typeface="Cambria"/>
                <a:cs typeface="Cambria"/>
              </a:rPr>
              <a:t>re</a:t>
            </a:r>
            <a:r>
              <a:rPr lang="en-IN" sz="2000" spc="-15" dirty="0">
                <a:latin typeface="Cambria"/>
                <a:cs typeface="Cambria"/>
              </a:rPr>
              <a:t>v</a:t>
            </a:r>
            <a:r>
              <a:rPr lang="en-IN" sz="2000" spc="-5" dirty="0">
                <a:latin typeface="Cambria"/>
                <a:cs typeface="Cambria"/>
              </a:rPr>
              <a:t>ie</a:t>
            </a:r>
            <a:r>
              <a:rPr lang="en-IN" sz="2000" dirty="0">
                <a:latin typeface="Cambria"/>
                <a:cs typeface="Cambria"/>
              </a:rPr>
              <a:t>w</a:t>
            </a:r>
          </a:p>
          <a:p>
            <a:pPr marL="469265" indent="-304165">
              <a:lnSpc>
                <a:spcPct val="100000"/>
              </a:lnSpc>
              <a:spcBef>
                <a:spcPts val="145"/>
              </a:spcBef>
              <a:buFont typeface="Cambria"/>
              <a:buChar char="•"/>
              <a:tabLst>
                <a:tab pos="469900" algn="l"/>
              </a:tabLst>
            </a:pPr>
            <a:r>
              <a:rPr lang="en-IN" sz="2000" spc="-10" dirty="0">
                <a:latin typeface="Cambria"/>
                <a:cs typeface="Cambria"/>
              </a:rPr>
              <a:t>safety</a:t>
            </a:r>
            <a:r>
              <a:rPr lang="en-IN" sz="2000" spc="-45" dirty="0">
                <a:latin typeface="Times New Roman"/>
                <a:cs typeface="Times New Roman"/>
              </a:rPr>
              <a:t> </a:t>
            </a:r>
            <a:r>
              <a:rPr lang="en-IN" sz="2000" spc="-10" dirty="0">
                <a:latin typeface="Cambria"/>
                <a:cs typeface="Cambria"/>
              </a:rPr>
              <a:t>&amp;</a:t>
            </a:r>
            <a:r>
              <a:rPr lang="en-IN" sz="2000" spc="-40" dirty="0">
                <a:latin typeface="Times New Roman"/>
                <a:cs typeface="Times New Roman"/>
              </a:rPr>
              <a:t> </a:t>
            </a:r>
            <a:r>
              <a:rPr lang="en-IN" sz="2000" spc="-5" dirty="0">
                <a:latin typeface="Cambria"/>
                <a:cs typeface="Cambria"/>
              </a:rPr>
              <a:t>risk</a:t>
            </a:r>
            <a:r>
              <a:rPr lang="en-IN" sz="2000" spc="-45" dirty="0">
                <a:latin typeface="Times New Roman"/>
                <a:cs typeface="Times New Roman"/>
              </a:rPr>
              <a:t> </a:t>
            </a:r>
            <a:r>
              <a:rPr lang="en-IN" sz="2000" spc="-5" dirty="0">
                <a:latin typeface="Cambria"/>
                <a:cs typeface="Cambria"/>
              </a:rPr>
              <a:t>a</a:t>
            </a:r>
            <a:r>
              <a:rPr lang="en-IN" sz="2000" dirty="0">
                <a:latin typeface="Cambria"/>
                <a:cs typeface="Cambria"/>
              </a:rPr>
              <a:t>n</a:t>
            </a:r>
            <a:r>
              <a:rPr lang="en-IN" sz="2000" spc="-5" dirty="0">
                <a:latin typeface="Cambria"/>
                <a:cs typeface="Cambria"/>
              </a:rPr>
              <a:t>alysis</a:t>
            </a:r>
            <a:endParaRPr lang="en-IN" sz="2000" dirty="0">
              <a:latin typeface="Cambria"/>
              <a:cs typeface="Cambria"/>
            </a:endParaRPr>
          </a:p>
          <a:p>
            <a:pPr marL="469265" indent="-304165">
              <a:lnSpc>
                <a:spcPct val="100000"/>
              </a:lnSpc>
              <a:spcBef>
                <a:spcPts val="155"/>
              </a:spcBef>
              <a:buFont typeface="Cambria"/>
              <a:buChar char="•"/>
              <a:tabLst>
                <a:tab pos="469900" algn="l"/>
              </a:tabLst>
            </a:pPr>
            <a:r>
              <a:rPr lang="en-IN" sz="2000" spc="5" dirty="0">
                <a:latin typeface="Cambria"/>
                <a:cs typeface="Cambria"/>
              </a:rPr>
              <a:t>“</a:t>
            </a:r>
            <a:r>
              <a:rPr lang="en-IN" sz="2000" spc="-10" dirty="0">
                <a:latin typeface="Cambria"/>
                <a:cs typeface="Cambria"/>
              </a:rPr>
              <a:t>w</a:t>
            </a:r>
            <a:r>
              <a:rPr lang="en-IN" sz="2000" dirty="0">
                <a:latin typeface="Cambria"/>
                <a:cs typeface="Cambria"/>
              </a:rPr>
              <a:t>hat</a:t>
            </a:r>
            <a:r>
              <a:rPr lang="en-IN" sz="2000" spc="-40" dirty="0">
                <a:latin typeface="Times New Roman"/>
                <a:cs typeface="Times New Roman"/>
              </a:rPr>
              <a:t> </a:t>
            </a:r>
            <a:r>
              <a:rPr lang="en-IN" sz="2000" spc="-10" dirty="0">
                <a:latin typeface="Cambria"/>
                <a:cs typeface="Cambria"/>
              </a:rPr>
              <a:t>changed</a:t>
            </a:r>
            <a:r>
              <a:rPr lang="en-IN" sz="2000" spc="-35" dirty="0">
                <a:latin typeface="Times New Roman"/>
                <a:cs typeface="Times New Roman"/>
              </a:rPr>
              <a:t> </a:t>
            </a:r>
            <a:r>
              <a:rPr lang="en-IN" sz="2000" spc="-10" dirty="0">
                <a:latin typeface="Cambria"/>
                <a:cs typeface="Cambria"/>
              </a:rPr>
              <a:t>o</a:t>
            </a:r>
            <a:r>
              <a:rPr lang="en-IN" sz="2000" spc="-20" dirty="0">
                <a:latin typeface="Cambria"/>
                <a:cs typeface="Cambria"/>
              </a:rPr>
              <a:t>v</a:t>
            </a:r>
            <a:r>
              <a:rPr lang="en-IN" sz="2000" spc="-10" dirty="0">
                <a:latin typeface="Cambria"/>
                <a:cs typeface="Cambria"/>
              </a:rPr>
              <a:t>er</a:t>
            </a:r>
            <a:r>
              <a:rPr lang="en-IN" sz="2000" spc="-40" dirty="0">
                <a:latin typeface="Times New Roman"/>
                <a:cs typeface="Times New Roman"/>
              </a:rPr>
              <a:t> </a:t>
            </a:r>
            <a:r>
              <a:rPr lang="en-IN" sz="2000" spc="-5" dirty="0">
                <a:latin typeface="Cambria"/>
                <a:cs typeface="Cambria"/>
              </a:rPr>
              <a:t>tim</a:t>
            </a:r>
            <a:r>
              <a:rPr lang="en-IN" sz="2000" spc="5" dirty="0">
                <a:latin typeface="Cambria"/>
                <a:cs typeface="Cambria"/>
              </a:rPr>
              <a:t>e</a:t>
            </a:r>
            <a:r>
              <a:rPr lang="en-IN" sz="2000" dirty="0">
                <a:latin typeface="Cambria"/>
                <a:cs typeface="Cambria"/>
              </a:rPr>
              <a:t>”</a:t>
            </a:r>
            <a:r>
              <a:rPr lang="en-IN" sz="2000" spc="5" dirty="0">
                <a:latin typeface="Cambria"/>
                <a:cs typeface="Cambria"/>
              </a:rPr>
              <a:t> </a:t>
            </a:r>
            <a:r>
              <a:rPr lang="en-IN" sz="2000" spc="-5" dirty="0">
                <a:latin typeface="Cambria"/>
                <a:cs typeface="Cambria"/>
              </a:rPr>
              <a:t>d</a:t>
            </a:r>
            <a:r>
              <a:rPr lang="en-IN" sz="2000" spc="-15" dirty="0">
                <a:latin typeface="Cambria"/>
                <a:cs typeface="Cambria"/>
              </a:rPr>
              <a:t>iagnostics</a:t>
            </a:r>
            <a:endParaRPr lang="en-IN" sz="2000" dirty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860"/>
              </a:spcBef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61358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3F2238-DC84-5F44-936A-C01F476AD6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17581"/>
            <a:ext cx="10515600" cy="5359382"/>
          </a:xfrm>
        </p:spPr>
        <p:txBody>
          <a:bodyPr/>
          <a:lstStyle/>
          <a:p>
            <a:pPr marL="196850" indent="-184150">
              <a:lnSpc>
                <a:spcPct val="100000"/>
              </a:lnSpc>
              <a:buClr>
                <a:srgbClr val="4F80BC"/>
              </a:buClr>
              <a:buFont typeface="Calibri"/>
              <a:buAutoNum type="arabicParenR" startAt="5"/>
              <a:tabLst>
                <a:tab pos="197485" algn="l"/>
              </a:tabLst>
            </a:pPr>
            <a:r>
              <a:rPr lang="en-IN" sz="2400" b="1" spc="-5" dirty="0">
                <a:solidFill>
                  <a:srgbClr val="4F80BC"/>
                </a:solidFill>
                <a:latin typeface="Calibri"/>
                <a:cs typeface="Calibri"/>
              </a:rPr>
              <a:t>Ope</a:t>
            </a:r>
            <a:r>
              <a:rPr lang="en-IN" sz="2400" b="1" spc="5" dirty="0">
                <a:solidFill>
                  <a:srgbClr val="4F80BC"/>
                </a:solidFill>
                <a:latin typeface="Calibri"/>
                <a:cs typeface="Calibri"/>
              </a:rPr>
              <a:t>r</a:t>
            </a:r>
            <a:r>
              <a:rPr lang="en-IN" sz="2400" b="1" dirty="0">
                <a:solidFill>
                  <a:srgbClr val="4F80BC"/>
                </a:solidFill>
                <a:latin typeface="Calibri"/>
                <a:cs typeface="Calibri"/>
              </a:rPr>
              <a:t>a</a:t>
            </a:r>
            <a:r>
              <a:rPr lang="en-IN" sz="2400" b="1" spc="-5" dirty="0">
                <a:solidFill>
                  <a:srgbClr val="4F80BC"/>
                </a:solidFill>
                <a:latin typeface="Calibri"/>
                <a:cs typeface="Calibri"/>
              </a:rPr>
              <a:t>t</a:t>
            </a:r>
            <a:r>
              <a:rPr lang="en-IN" sz="2400" b="1" dirty="0">
                <a:solidFill>
                  <a:srgbClr val="4F80BC"/>
                </a:solidFill>
                <a:latin typeface="Calibri"/>
                <a:cs typeface="Calibri"/>
              </a:rPr>
              <a:t>o</a:t>
            </a:r>
            <a:r>
              <a:rPr lang="en-IN" sz="2400" b="1" spc="5" dirty="0">
                <a:solidFill>
                  <a:srgbClr val="4F80BC"/>
                </a:solidFill>
                <a:latin typeface="Calibri"/>
                <a:cs typeface="Calibri"/>
              </a:rPr>
              <a:t>r</a:t>
            </a:r>
            <a:r>
              <a:rPr lang="en-IN" sz="2400" b="1" spc="-10" dirty="0">
                <a:solidFill>
                  <a:srgbClr val="4F80BC"/>
                </a:solidFill>
                <a:latin typeface="Calibri"/>
                <a:cs typeface="Calibri"/>
              </a:rPr>
              <a:t>-</a:t>
            </a:r>
            <a:r>
              <a:rPr lang="en-IN" sz="2400" b="1" dirty="0">
                <a:solidFill>
                  <a:srgbClr val="4F80BC"/>
                </a:solidFill>
                <a:latin typeface="Calibri"/>
                <a:cs typeface="Calibri"/>
              </a:rPr>
              <a:t>Fo</a:t>
            </a:r>
            <a:r>
              <a:rPr lang="en-IN" sz="2400" b="1" spc="-15" dirty="0">
                <a:solidFill>
                  <a:srgbClr val="4F80BC"/>
                </a:solidFill>
                <a:latin typeface="Calibri"/>
                <a:cs typeface="Calibri"/>
              </a:rPr>
              <a:t>c</a:t>
            </a:r>
            <a:r>
              <a:rPr lang="en-IN" sz="2400" b="1" dirty="0">
                <a:solidFill>
                  <a:srgbClr val="4F80BC"/>
                </a:solidFill>
                <a:latin typeface="Calibri"/>
                <a:cs typeface="Calibri"/>
              </a:rPr>
              <a:t>us</a:t>
            </a:r>
            <a:r>
              <a:rPr lang="en-IN" sz="2400" b="1" spc="-15" dirty="0">
                <a:solidFill>
                  <a:srgbClr val="4F80BC"/>
                </a:solidFill>
                <a:latin typeface="Calibri"/>
                <a:cs typeface="Calibri"/>
              </a:rPr>
              <a:t>e</a:t>
            </a:r>
            <a:r>
              <a:rPr lang="en-IN" sz="2400" b="1" dirty="0">
                <a:solidFill>
                  <a:srgbClr val="4F80BC"/>
                </a:solidFill>
                <a:latin typeface="Calibri"/>
                <a:cs typeface="Calibri"/>
              </a:rPr>
              <a:t>d</a:t>
            </a:r>
            <a:r>
              <a:rPr lang="en-IN" sz="2400" b="1" spc="-50" dirty="0">
                <a:solidFill>
                  <a:srgbClr val="4F80BC"/>
                </a:solidFill>
                <a:latin typeface="Times New Roman"/>
                <a:cs typeface="Times New Roman"/>
              </a:rPr>
              <a:t> </a:t>
            </a:r>
            <a:r>
              <a:rPr lang="en-IN" sz="2400" b="1" dirty="0">
                <a:solidFill>
                  <a:srgbClr val="4F80BC"/>
                </a:solidFill>
                <a:latin typeface="Calibri"/>
                <a:cs typeface="Calibri"/>
              </a:rPr>
              <a:t>AI</a:t>
            </a:r>
            <a:r>
              <a:rPr lang="en-IN" sz="2400" b="1" spc="-40" dirty="0">
                <a:solidFill>
                  <a:srgbClr val="4F80BC"/>
                </a:solidFill>
                <a:latin typeface="Times New Roman"/>
                <a:cs typeface="Times New Roman"/>
              </a:rPr>
              <a:t> </a:t>
            </a:r>
            <a:r>
              <a:rPr lang="en-IN" sz="2400" b="1" spc="-5" dirty="0">
                <a:solidFill>
                  <a:srgbClr val="4F80BC"/>
                </a:solidFill>
                <a:latin typeface="Calibri"/>
                <a:cs typeface="Calibri"/>
              </a:rPr>
              <a:t>U</a:t>
            </a:r>
            <a:r>
              <a:rPr lang="en-IN" sz="2400" b="1" dirty="0">
                <a:solidFill>
                  <a:srgbClr val="4F80BC"/>
                </a:solidFill>
                <a:latin typeface="Calibri"/>
                <a:cs typeface="Calibri"/>
              </a:rPr>
              <a:t>X</a:t>
            </a:r>
            <a:endParaRPr lang="en-IN" sz="2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30"/>
              </a:spcBef>
            </a:pPr>
            <a:r>
              <a:rPr lang="en-IN" sz="2000" spc="-5" dirty="0">
                <a:latin typeface="Cambria"/>
                <a:cs typeface="Cambria"/>
              </a:rPr>
              <a:t>O</a:t>
            </a:r>
            <a:r>
              <a:rPr lang="en-IN" sz="2000" spc="-10" dirty="0">
                <a:latin typeface="Cambria"/>
                <a:cs typeface="Cambria"/>
              </a:rPr>
              <a:t>u</a:t>
            </a:r>
            <a:r>
              <a:rPr lang="en-IN" sz="2000" spc="-5" dirty="0">
                <a:latin typeface="Cambria"/>
                <a:cs typeface="Cambria"/>
              </a:rPr>
              <a:t>t</a:t>
            </a:r>
            <a:r>
              <a:rPr lang="en-IN" sz="2000" spc="5" dirty="0">
                <a:latin typeface="Cambria"/>
                <a:cs typeface="Cambria"/>
              </a:rPr>
              <a:t>p</a:t>
            </a:r>
            <a:r>
              <a:rPr lang="en-IN" sz="2000" spc="-5" dirty="0">
                <a:latin typeface="Cambria"/>
                <a:cs typeface="Cambria"/>
              </a:rPr>
              <a:t>ut</a:t>
            </a:r>
            <a:r>
              <a:rPr lang="en-IN" sz="2000" dirty="0">
                <a:latin typeface="Cambria"/>
                <a:cs typeface="Cambria"/>
              </a:rPr>
              <a:t>s</a:t>
            </a:r>
            <a:r>
              <a:rPr lang="en-IN" sz="2000" spc="-40" dirty="0">
                <a:latin typeface="Times New Roman"/>
                <a:cs typeface="Times New Roman"/>
              </a:rPr>
              <a:t> </a:t>
            </a:r>
            <a:r>
              <a:rPr lang="en-IN" sz="2000" spc="-10" dirty="0">
                <a:latin typeface="Cambria"/>
                <a:cs typeface="Cambria"/>
              </a:rPr>
              <a:t>ren</a:t>
            </a:r>
            <a:r>
              <a:rPr lang="en-IN" sz="2000" spc="-5" dirty="0">
                <a:latin typeface="Cambria"/>
                <a:cs typeface="Cambria"/>
              </a:rPr>
              <a:t>d</a:t>
            </a:r>
            <a:r>
              <a:rPr lang="en-IN" sz="2000" spc="-10" dirty="0">
                <a:latin typeface="Cambria"/>
                <a:cs typeface="Cambria"/>
              </a:rPr>
              <a:t>er</a:t>
            </a:r>
            <a:r>
              <a:rPr lang="en-IN" sz="2000" spc="-40" dirty="0">
                <a:latin typeface="Times New Roman"/>
                <a:cs typeface="Times New Roman"/>
              </a:rPr>
              <a:t> </a:t>
            </a:r>
            <a:r>
              <a:rPr lang="en-IN" sz="2000" spc="-10" dirty="0">
                <a:latin typeface="Cambria"/>
                <a:cs typeface="Cambria"/>
              </a:rPr>
              <a:t>as:</a:t>
            </a:r>
            <a:endParaRPr lang="en-IN" sz="2000" dirty="0">
              <a:latin typeface="Cambria"/>
              <a:cs typeface="Cambria"/>
            </a:endParaRPr>
          </a:p>
          <a:p>
            <a:pPr marL="469265" lvl="1" indent="-304165">
              <a:lnSpc>
                <a:spcPct val="100000"/>
              </a:lnSpc>
              <a:spcBef>
                <a:spcPts val="865"/>
              </a:spcBef>
              <a:buFont typeface="Cambria"/>
              <a:buChar char="•"/>
              <a:tabLst>
                <a:tab pos="469900" algn="l"/>
              </a:tabLst>
            </a:pPr>
            <a:r>
              <a:rPr lang="en-IN" sz="2000" spc="-5" dirty="0">
                <a:latin typeface="Cambria"/>
                <a:cs typeface="Cambria"/>
              </a:rPr>
              <a:t>str</a:t>
            </a:r>
            <a:r>
              <a:rPr lang="en-IN" sz="2000" spc="-20" dirty="0">
                <a:latin typeface="Cambria"/>
                <a:cs typeface="Cambria"/>
              </a:rPr>
              <a:t>u</a:t>
            </a:r>
            <a:r>
              <a:rPr lang="en-IN" sz="2000" dirty="0">
                <a:latin typeface="Cambria"/>
                <a:cs typeface="Cambria"/>
              </a:rPr>
              <a:t>ctu</a:t>
            </a:r>
            <a:r>
              <a:rPr lang="en-IN" sz="2000" spc="-10" dirty="0">
                <a:latin typeface="Cambria"/>
                <a:cs typeface="Cambria"/>
              </a:rPr>
              <a:t>red</a:t>
            </a:r>
            <a:r>
              <a:rPr lang="en-IN" sz="2000" spc="-30" dirty="0">
                <a:latin typeface="Times New Roman"/>
                <a:cs typeface="Times New Roman"/>
              </a:rPr>
              <a:t> </a:t>
            </a:r>
            <a:r>
              <a:rPr lang="en-IN" sz="2000" spc="-5" dirty="0">
                <a:latin typeface="Cambria"/>
                <a:cs typeface="Cambria"/>
              </a:rPr>
              <a:t>incid</a:t>
            </a:r>
            <a:r>
              <a:rPr lang="en-IN" sz="2000" spc="-10" dirty="0">
                <a:latin typeface="Cambria"/>
                <a:cs typeface="Cambria"/>
              </a:rPr>
              <a:t>en</a:t>
            </a:r>
            <a:r>
              <a:rPr lang="en-IN" sz="2000" dirty="0">
                <a:latin typeface="Cambria"/>
                <a:cs typeface="Cambria"/>
              </a:rPr>
              <a:t>t</a:t>
            </a:r>
            <a:r>
              <a:rPr lang="en-IN" sz="2000" spc="-40" dirty="0">
                <a:latin typeface="Times New Roman"/>
                <a:cs typeface="Times New Roman"/>
              </a:rPr>
              <a:t> </a:t>
            </a:r>
            <a:r>
              <a:rPr lang="en-IN" sz="2000" spc="-10" dirty="0">
                <a:latin typeface="Cambria"/>
                <a:cs typeface="Cambria"/>
              </a:rPr>
              <a:t>s</a:t>
            </a:r>
            <a:r>
              <a:rPr lang="en-IN" sz="2000" spc="-25" dirty="0">
                <a:latin typeface="Cambria"/>
                <a:cs typeface="Cambria"/>
              </a:rPr>
              <a:t>u</a:t>
            </a:r>
            <a:r>
              <a:rPr lang="en-IN" sz="2000" dirty="0">
                <a:latin typeface="Cambria"/>
                <a:cs typeface="Cambria"/>
              </a:rPr>
              <a:t>m</a:t>
            </a:r>
            <a:r>
              <a:rPr lang="en-IN" sz="2000" spc="-5" dirty="0">
                <a:latin typeface="Cambria"/>
                <a:cs typeface="Cambria"/>
              </a:rPr>
              <a:t>m</a:t>
            </a:r>
            <a:r>
              <a:rPr lang="en-IN" sz="2000" spc="-10" dirty="0">
                <a:latin typeface="Cambria"/>
                <a:cs typeface="Cambria"/>
              </a:rPr>
              <a:t>aries</a:t>
            </a:r>
            <a:endParaRPr lang="en-IN" sz="2000" dirty="0">
              <a:latin typeface="Cambria"/>
              <a:cs typeface="Cambria"/>
            </a:endParaRPr>
          </a:p>
          <a:p>
            <a:pPr marL="469265" lvl="1" indent="-304165">
              <a:lnSpc>
                <a:spcPct val="100000"/>
              </a:lnSpc>
              <a:spcBef>
                <a:spcPts val="145"/>
              </a:spcBef>
              <a:buFont typeface="Cambria"/>
              <a:buChar char="•"/>
              <a:tabLst>
                <a:tab pos="469900" algn="l"/>
              </a:tabLst>
            </a:pPr>
            <a:r>
              <a:rPr lang="en-IN" sz="2000" spc="-10" dirty="0">
                <a:latin typeface="Cambria"/>
                <a:cs typeface="Cambria"/>
              </a:rPr>
              <a:t>r</a:t>
            </a:r>
            <a:r>
              <a:rPr lang="en-IN" sz="2000" spc="-5" dirty="0">
                <a:latin typeface="Cambria"/>
                <a:cs typeface="Cambria"/>
              </a:rPr>
              <a:t>isk</a:t>
            </a:r>
            <a:r>
              <a:rPr lang="en-IN" sz="2000" spc="-40" dirty="0">
                <a:latin typeface="Times New Roman"/>
                <a:cs typeface="Times New Roman"/>
              </a:rPr>
              <a:t> </a:t>
            </a:r>
            <a:r>
              <a:rPr lang="en-IN" sz="2000" spc="-10" dirty="0">
                <a:latin typeface="Cambria"/>
                <a:cs typeface="Cambria"/>
              </a:rPr>
              <a:t>s</a:t>
            </a:r>
            <a:r>
              <a:rPr lang="en-IN" sz="2000" spc="-15" dirty="0">
                <a:latin typeface="Cambria"/>
                <a:cs typeface="Cambria"/>
              </a:rPr>
              <a:t>c</a:t>
            </a:r>
            <a:r>
              <a:rPr lang="en-IN" sz="2000" spc="-10" dirty="0">
                <a:latin typeface="Cambria"/>
                <a:cs typeface="Cambria"/>
              </a:rPr>
              <a:t>o</a:t>
            </a:r>
            <a:r>
              <a:rPr lang="en-IN" sz="2000" spc="-15" dirty="0">
                <a:latin typeface="Cambria"/>
                <a:cs typeface="Cambria"/>
              </a:rPr>
              <a:t>r</a:t>
            </a:r>
            <a:r>
              <a:rPr lang="en-IN" sz="2000" spc="-5" dirty="0">
                <a:latin typeface="Cambria"/>
                <a:cs typeface="Cambria"/>
              </a:rPr>
              <a:t>in</a:t>
            </a:r>
            <a:r>
              <a:rPr lang="en-IN" sz="2000" dirty="0">
                <a:latin typeface="Cambria"/>
                <a:cs typeface="Cambria"/>
              </a:rPr>
              <a:t>g</a:t>
            </a:r>
            <a:r>
              <a:rPr lang="en-IN" sz="2000" spc="-45" dirty="0">
                <a:latin typeface="Times New Roman"/>
                <a:cs typeface="Times New Roman"/>
              </a:rPr>
              <a:t> </a:t>
            </a:r>
            <a:r>
              <a:rPr lang="en-IN" sz="2000" spc="-10" dirty="0">
                <a:latin typeface="Cambria"/>
                <a:cs typeface="Cambria"/>
              </a:rPr>
              <a:t>car</a:t>
            </a:r>
            <a:r>
              <a:rPr lang="en-IN" sz="2000" spc="-5" dirty="0">
                <a:latin typeface="Cambria"/>
                <a:cs typeface="Cambria"/>
              </a:rPr>
              <a:t>d</a:t>
            </a:r>
            <a:r>
              <a:rPr lang="en-IN" sz="2000" spc="-10" dirty="0">
                <a:latin typeface="Cambria"/>
                <a:cs typeface="Cambria"/>
              </a:rPr>
              <a:t>s</a:t>
            </a:r>
            <a:endParaRPr lang="en-IN" sz="2000" dirty="0">
              <a:latin typeface="Cambria"/>
              <a:cs typeface="Cambria"/>
            </a:endParaRPr>
          </a:p>
          <a:p>
            <a:pPr marL="469265" lvl="1" indent="-304165">
              <a:lnSpc>
                <a:spcPct val="100000"/>
              </a:lnSpc>
              <a:spcBef>
                <a:spcPts val="155"/>
              </a:spcBef>
              <a:buFont typeface="Cambria"/>
              <a:buChar char="•"/>
              <a:tabLst>
                <a:tab pos="469900" algn="l"/>
              </a:tabLst>
            </a:pPr>
            <a:r>
              <a:rPr lang="en-IN" sz="2000" spc="-10" dirty="0">
                <a:latin typeface="Cambria"/>
                <a:cs typeface="Cambria"/>
              </a:rPr>
              <a:t>co</a:t>
            </a:r>
            <a:r>
              <a:rPr lang="en-IN" sz="2000" spc="-15" dirty="0">
                <a:latin typeface="Cambria"/>
                <a:cs typeface="Cambria"/>
              </a:rPr>
              <a:t>r</a:t>
            </a:r>
            <a:r>
              <a:rPr lang="en-IN" sz="2000" spc="-10" dirty="0">
                <a:latin typeface="Cambria"/>
                <a:cs typeface="Cambria"/>
              </a:rPr>
              <a:t>r</a:t>
            </a:r>
            <a:r>
              <a:rPr lang="en-IN" sz="2000" dirty="0">
                <a:latin typeface="Cambria"/>
                <a:cs typeface="Cambria"/>
              </a:rPr>
              <a:t>ela</a:t>
            </a:r>
            <a:r>
              <a:rPr lang="en-IN" sz="2000" spc="-5" dirty="0">
                <a:latin typeface="Cambria"/>
                <a:cs typeface="Cambria"/>
              </a:rPr>
              <a:t>t</a:t>
            </a:r>
            <a:r>
              <a:rPr lang="en-IN" sz="2000" dirty="0">
                <a:latin typeface="Cambria"/>
                <a:cs typeface="Cambria"/>
              </a:rPr>
              <a:t>i</a:t>
            </a:r>
            <a:r>
              <a:rPr lang="en-IN" sz="2000" spc="-10" dirty="0">
                <a:latin typeface="Cambria"/>
                <a:cs typeface="Cambria"/>
              </a:rPr>
              <a:t>on</a:t>
            </a:r>
            <a:r>
              <a:rPr lang="en-IN" sz="2000" spc="-40" dirty="0">
                <a:latin typeface="Times New Roman"/>
                <a:cs typeface="Times New Roman"/>
              </a:rPr>
              <a:t> </a:t>
            </a:r>
            <a:r>
              <a:rPr lang="en-IN" sz="2000" spc="-5" dirty="0">
                <a:latin typeface="Cambria"/>
                <a:cs typeface="Cambria"/>
              </a:rPr>
              <a:t>insig</a:t>
            </a:r>
            <a:r>
              <a:rPr lang="en-IN" sz="2000" spc="-20" dirty="0">
                <a:latin typeface="Cambria"/>
                <a:cs typeface="Cambria"/>
              </a:rPr>
              <a:t>h</a:t>
            </a:r>
            <a:r>
              <a:rPr lang="en-IN" sz="2000" dirty="0">
                <a:latin typeface="Cambria"/>
                <a:cs typeface="Cambria"/>
              </a:rPr>
              <a:t>t</a:t>
            </a:r>
            <a:r>
              <a:rPr lang="en-IN" sz="2000" spc="-40" dirty="0">
                <a:latin typeface="Times New Roman"/>
                <a:cs typeface="Times New Roman"/>
              </a:rPr>
              <a:t> </a:t>
            </a:r>
            <a:r>
              <a:rPr lang="en-IN" sz="2000" spc="5" dirty="0">
                <a:latin typeface="Cambria"/>
                <a:cs typeface="Cambria"/>
              </a:rPr>
              <a:t>p</a:t>
            </a:r>
            <a:r>
              <a:rPr lang="en-IN" sz="2000" spc="-5" dirty="0">
                <a:latin typeface="Cambria"/>
                <a:cs typeface="Cambria"/>
              </a:rPr>
              <a:t>a</a:t>
            </a:r>
            <a:r>
              <a:rPr lang="en-IN" sz="2000" dirty="0">
                <a:latin typeface="Cambria"/>
                <a:cs typeface="Cambria"/>
              </a:rPr>
              <a:t>n</a:t>
            </a:r>
            <a:r>
              <a:rPr lang="en-IN" sz="2000" spc="-20" dirty="0">
                <a:latin typeface="Cambria"/>
                <a:cs typeface="Cambria"/>
              </a:rPr>
              <a:t>e</a:t>
            </a:r>
            <a:r>
              <a:rPr lang="en-IN" sz="2000" spc="-5" dirty="0">
                <a:latin typeface="Cambria"/>
                <a:cs typeface="Cambria"/>
              </a:rPr>
              <a:t>ls</a:t>
            </a:r>
            <a:endParaRPr lang="en-IN" sz="2000" dirty="0">
              <a:latin typeface="Cambria"/>
              <a:cs typeface="Cambria"/>
            </a:endParaRPr>
          </a:p>
          <a:p>
            <a:pPr marL="469265" lvl="1" indent="-304165">
              <a:lnSpc>
                <a:spcPct val="100000"/>
              </a:lnSpc>
              <a:spcBef>
                <a:spcPts val="145"/>
              </a:spcBef>
              <a:buFont typeface="Cambria"/>
              <a:buChar char="•"/>
              <a:tabLst>
                <a:tab pos="469900" algn="l"/>
              </a:tabLst>
            </a:pPr>
            <a:r>
              <a:rPr lang="en-IN" sz="2000" spc="-10" dirty="0">
                <a:latin typeface="Cambria"/>
                <a:cs typeface="Cambria"/>
              </a:rPr>
              <a:t>recom</a:t>
            </a:r>
            <a:r>
              <a:rPr lang="en-IN" sz="2000" spc="-20" dirty="0">
                <a:latin typeface="Cambria"/>
                <a:cs typeface="Cambria"/>
              </a:rPr>
              <a:t>m</a:t>
            </a:r>
            <a:r>
              <a:rPr lang="en-IN" sz="2000" spc="-10" dirty="0">
                <a:latin typeface="Cambria"/>
                <a:cs typeface="Cambria"/>
              </a:rPr>
              <a:t>en</a:t>
            </a:r>
            <a:r>
              <a:rPr lang="en-IN" sz="2000" spc="-5" dirty="0">
                <a:latin typeface="Cambria"/>
                <a:cs typeface="Cambria"/>
              </a:rPr>
              <a:t>d</a:t>
            </a:r>
            <a:r>
              <a:rPr lang="en-IN" sz="2000" spc="-10" dirty="0">
                <a:latin typeface="Cambria"/>
                <a:cs typeface="Cambria"/>
              </a:rPr>
              <a:t>ed</a:t>
            </a:r>
            <a:r>
              <a:rPr lang="en-IN" sz="2000" spc="-30" dirty="0">
                <a:latin typeface="Times New Roman"/>
                <a:cs typeface="Times New Roman"/>
              </a:rPr>
              <a:t> </a:t>
            </a:r>
            <a:r>
              <a:rPr lang="en-IN" sz="2000" dirty="0">
                <a:latin typeface="Cambria"/>
                <a:cs typeface="Cambria"/>
              </a:rPr>
              <a:t>p</a:t>
            </a:r>
            <a:r>
              <a:rPr lang="en-IN" sz="2000" spc="-5" dirty="0">
                <a:latin typeface="Cambria"/>
                <a:cs typeface="Cambria"/>
              </a:rPr>
              <a:t>lay</a:t>
            </a:r>
            <a:r>
              <a:rPr lang="en-IN" sz="2000" dirty="0">
                <a:latin typeface="Cambria"/>
                <a:cs typeface="Cambria"/>
              </a:rPr>
              <a:t>b</a:t>
            </a:r>
            <a:r>
              <a:rPr lang="en-IN" sz="2000" spc="-10" dirty="0">
                <a:latin typeface="Cambria"/>
                <a:cs typeface="Cambria"/>
              </a:rPr>
              <a:t>o</a:t>
            </a:r>
            <a:r>
              <a:rPr lang="en-IN" sz="2000" spc="-25" dirty="0">
                <a:latin typeface="Cambria"/>
                <a:cs typeface="Cambria"/>
              </a:rPr>
              <a:t>o</a:t>
            </a:r>
            <a:r>
              <a:rPr lang="en-IN" sz="2000" spc="-10" dirty="0">
                <a:latin typeface="Cambria"/>
                <a:cs typeface="Cambria"/>
              </a:rPr>
              <a:t>ks</a:t>
            </a:r>
            <a:endParaRPr lang="en-IN" sz="2000" dirty="0">
              <a:latin typeface="Cambria"/>
              <a:cs typeface="Cambria"/>
            </a:endParaRPr>
          </a:p>
          <a:p>
            <a:pPr marL="469265" lvl="1" indent="-304165">
              <a:lnSpc>
                <a:spcPct val="100000"/>
              </a:lnSpc>
              <a:spcBef>
                <a:spcPts val="140"/>
              </a:spcBef>
              <a:buFont typeface="Cambria"/>
              <a:buChar char="•"/>
              <a:tabLst>
                <a:tab pos="469900" algn="l"/>
              </a:tabLst>
            </a:pPr>
            <a:r>
              <a:rPr lang="en-IN" sz="2000" spc="-10" dirty="0">
                <a:latin typeface="Cambria"/>
                <a:cs typeface="Cambria"/>
              </a:rPr>
              <a:t>one</a:t>
            </a:r>
            <a:r>
              <a:rPr lang="en-IN" sz="2000" spc="-5" dirty="0">
                <a:latin typeface="Cambria"/>
                <a:cs typeface="Cambria"/>
              </a:rPr>
              <a:t>-</a:t>
            </a:r>
            <a:r>
              <a:rPr lang="en-IN" sz="2000" dirty="0">
                <a:latin typeface="Cambria"/>
                <a:cs typeface="Cambria"/>
              </a:rPr>
              <a:t>click</a:t>
            </a:r>
            <a:r>
              <a:rPr lang="en-IN" sz="2000" spc="-45" dirty="0">
                <a:latin typeface="Times New Roman"/>
                <a:cs typeface="Times New Roman"/>
              </a:rPr>
              <a:t> </a:t>
            </a:r>
            <a:r>
              <a:rPr lang="en-IN" sz="2000" spc="-10" dirty="0">
                <a:latin typeface="Cambria"/>
                <a:cs typeface="Cambria"/>
              </a:rPr>
              <a:t>f</a:t>
            </a:r>
            <a:r>
              <a:rPr lang="en-IN" sz="2000" dirty="0">
                <a:latin typeface="Cambria"/>
                <a:cs typeface="Cambria"/>
              </a:rPr>
              <a:t>ol</a:t>
            </a:r>
            <a:r>
              <a:rPr lang="en-IN" sz="2000" spc="-5" dirty="0">
                <a:latin typeface="Cambria"/>
                <a:cs typeface="Cambria"/>
              </a:rPr>
              <a:t>low</a:t>
            </a:r>
            <a:r>
              <a:rPr lang="en-IN" sz="2000" dirty="0">
                <a:latin typeface="Cambria"/>
                <a:cs typeface="Cambria"/>
              </a:rPr>
              <a:t>-</a:t>
            </a:r>
            <a:r>
              <a:rPr lang="en-IN" sz="2000" spc="-5" dirty="0">
                <a:latin typeface="Cambria"/>
                <a:cs typeface="Cambria"/>
              </a:rPr>
              <a:t>u</a:t>
            </a:r>
            <a:r>
              <a:rPr lang="en-IN" sz="2000" dirty="0">
                <a:latin typeface="Cambria"/>
                <a:cs typeface="Cambria"/>
              </a:rPr>
              <a:t>p</a:t>
            </a:r>
            <a:r>
              <a:rPr lang="en-IN" sz="2000" spc="-40" dirty="0">
                <a:latin typeface="Times New Roman"/>
                <a:cs typeface="Times New Roman"/>
              </a:rPr>
              <a:t> </a:t>
            </a:r>
            <a:r>
              <a:rPr lang="en-IN" sz="2000" dirty="0">
                <a:latin typeface="Cambria"/>
                <a:cs typeface="Cambria"/>
              </a:rPr>
              <a:t>a</a:t>
            </a:r>
            <a:r>
              <a:rPr lang="en-IN" sz="2000" spc="-10" dirty="0">
                <a:latin typeface="Cambria"/>
                <a:cs typeface="Cambria"/>
              </a:rPr>
              <a:t>ctions</a:t>
            </a:r>
            <a:endParaRPr lang="en-IN" sz="2000" dirty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865"/>
              </a:spcBef>
            </a:pPr>
            <a:r>
              <a:rPr lang="en-IN" sz="2000" spc="-10" dirty="0">
                <a:latin typeface="Cambria"/>
                <a:cs typeface="Cambria"/>
              </a:rPr>
              <a:t>T</a:t>
            </a:r>
            <a:r>
              <a:rPr lang="en-IN" sz="2000" spc="-20" dirty="0">
                <a:latin typeface="Cambria"/>
                <a:cs typeface="Cambria"/>
              </a:rPr>
              <a:t>h</a:t>
            </a:r>
            <a:r>
              <a:rPr lang="en-IN" sz="2000" spc="-10" dirty="0">
                <a:latin typeface="Cambria"/>
                <a:cs typeface="Cambria"/>
              </a:rPr>
              <a:t>e</a:t>
            </a:r>
            <a:r>
              <a:rPr lang="en-IN" sz="2000" spc="-40" dirty="0">
                <a:latin typeface="Times New Roman"/>
                <a:cs typeface="Times New Roman"/>
              </a:rPr>
              <a:t> </a:t>
            </a:r>
            <a:r>
              <a:rPr lang="en-IN" sz="2000" spc="5" dirty="0">
                <a:latin typeface="Cambria"/>
                <a:cs typeface="Cambria"/>
              </a:rPr>
              <a:t>p</a:t>
            </a:r>
            <a:r>
              <a:rPr lang="en-IN" sz="2000" spc="-5" dirty="0">
                <a:latin typeface="Cambria"/>
                <a:cs typeface="Cambria"/>
              </a:rPr>
              <a:t>la</a:t>
            </a:r>
            <a:r>
              <a:rPr lang="en-IN" sz="2000" dirty="0">
                <a:latin typeface="Cambria"/>
                <a:cs typeface="Cambria"/>
              </a:rPr>
              <a:t>t</a:t>
            </a:r>
            <a:r>
              <a:rPr lang="en-IN" sz="2000" spc="-5" dirty="0">
                <a:latin typeface="Cambria"/>
                <a:cs typeface="Cambria"/>
              </a:rPr>
              <a:t>f</a:t>
            </a:r>
            <a:r>
              <a:rPr lang="en-IN" sz="2000" spc="-15" dirty="0">
                <a:latin typeface="Cambria"/>
                <a:cs typeface="Cambria"/>
              </a:rPr>
              <a:t>or</a:t>
            </a:r>
            <a:r>
              <a:rPr lang="en-IN" sz="2000" dirty="0">
                <a:latin typeface="Cambria"/>
                <a:cs typeface="Cambria"/>
              </a:rPr>
              <a:t>m</a:t>
            </a:r>
            <a:r>
              <a:rPr lang="en-IN" sz="2000" spc="-40" dirty="0">
                <a:latin typeface="Times New Roman"/>
                <a:cs typeface="Times New Roman"/>
              </a:rPr>
              <a:t> </a:t>
            </a:r>
            <a:r>
              <a:rPr lang="en-IN" sz="2000" dirty="0">
                <a:latin typeface="Cambria"/>
                <a:cs typeface="Cambria"/>
              </a:rPr>
              <a:t>enab</a:t>
            </a:r>
            <a:r>
              <a:rPr lang="en-IN" sz="2000" spc="-10" dirty="0">
                <a:latin typeface="Cambria"/>
                <a:cs typeface="Cambria"/>
              </a:rPr>
              <a:t>les:</a:t>
            </a:r>
            <a:endParaRPr lang="en-IN" sz="2000" dirty="0">
              <a:latin typeface="Cambria"/>
              <a:cs typeface="Cambria"/>
            </a:endParaRPr>
          </a:p>
          <a:p>
            <a:pPr marL="469265" lvl="1" indent="-304165">
              <a:lnSpc>
                <a:spcPct val="100000"/>
              </a:lnSpc>
              <a:spcBef>
                <a:spcPts val="875"/>
              </a:spcBef>
              <a:buFont typeface="Cambria"/>
              <a:buChar char="•"/>
              <a:tabLst>
                <a:tab pos="469900" algn="l"/>
              </a:tabLst>
            </a:pPr>
            <a:r>
              <a:rPr lang="en-IN" sz="2000" spc="-5" dirty="0">
                <a:latin typeface="Cambria"/>
                <a:cs typeface="Cambria"/>
              </a:rPr>
              <a:t>faster</a:t>
            </a:r>
            <a:r>
              <a:rPr lang="en-IN" sz="2000" spc="-45" dirty="0">
                <a:latin typeface="Times New Roman"/>
                <a:cs typeface="Times New Roman"/>
              </a:rPr>
              <a:t> </a:t>
            </a:r>
            <a:r>
              <a:rPr lang="en-IN" sz="2000" spc="-10" dirty="0">
                <a:latin typeface="Cambria"/>
                <a:cs typeface="Cambria"/>
              </a:rPr>
              <a:t>res</a:t>
            </a:r>
            <a:r>
              <a:rPr lang="en-IN" sz="2000" spc="-5" dirty="0">
                <a:latin typeface="Cambria"/>
                <a:cs typeface="Cambria"/>
              </a:rPr>
              <a:t>p</a:t>
            </a:r>
            <a:r>
              <a:rPr lang="en-IN" sz="2000" spc="-10" dirty="0">
                <a:latin typeface="Cambria"/>
                <a:cs typeface="Cambria"/>
              </a:rPr>
              <a:t>onse</a:t>
            </a:r>
            <a:endParaRPr lang="en-IN" sz="2000" dirty="0">
              <a:latin typeface="Cambria"/>
              <a:cs typeface="Cambria"/>
            </a:endParaRPr>
          </a:p>
          <a:p>
            <a:pPr marL="469265" lvl="1" indent="-304165">
              <a:lnSpc>
                <a:spcPct val="100000"/>
              </a:lnSpc>
              <a:spcBef>
                <a:spcPts val="140"/>
              </a:spcBef>
              <a:buFont typeface="Cambria"/>
              <a:buChar char="•"/>
              <a:tabLst>
                <a:tab pos="469900" algn="l"/>
              </a:tabLst>
            </a:pPr>
            <a:r>
              <a:rPr lang="en-IN" sz="2000" spc="-10" dirty="0">
                <a:latin typeface="Cambria"/>
                <a:cs typeface="Cambria"/>
              </a:rPr>
              <a:t>clearer</a:t>
            </a:r>
            <a:r>
              <a:rPr lang="en-IN" sz="2000" spc="-45" dirty="0">
                <a:latin typeface="Times New Roman"/>
                <a:cs typeface="Times New Roman"/>
              </a:rPr>
              <a:t> </a:t>
            </a:r>
            <a:r>
              <a:rPr lang="en-IN" sz="2000" spc="-5" dirty="0">
                <a:latin typeface="Cambria"/>
                <a:cs typeface="Cambria"/>
              </a:rPr>
              <a:t>decis</a:t>
            </a:r>
            <a:r>
              <a:rPr lang="en-IN" sz="2000" dirty="0">
                <a:latin typeface="Cambria"/>
                <a:cs typeface="Cambria"/>
              </a:rPr>
              <a:t>i</a:t>
            </a:r>
            <a:r>
              <a:rPr lang="en-IN" sz="2000" spc="-10" dirty="0">
                <a:latin typeface="Cambria"/>
                <a:cs typeface="Cambria"/>
              </a:rPr>
              <a:t>on</a:t>
            </a:r>
            <a:r>
              <a:rPr lang="en-IN" sz="2000" dirty="0">
                <a:latin typeface="Cambria"/>
                <a:cs typeface="Cambria"/>
              </a:rPr>
              <a:t>-ma</a:t>
            </a:r>
            <a:r>
              <a:rPr lang="en-IN" sz="2000" spc="-10" dirty="0">
                <a:latin typeface="Cambria"/>
                <a:cs typeface="Cambria"/>
              </a:rPr>
              <a:t>k</a:t>
            </a:r>
            <a:r>
              <a:rPr lang="en-IN" sz="2000" spc="-5" dirty="0">
                <a:latin typeface="Cambria"/>
                <a:cs typeface="Cambria"/>
              </a:rPr>
              <a:t>i</a:t>
            </a:r>
            <a:r>
              <a:rPr lang="en-IN" sz="2000" spc="-20" dirty="0">
                <a:latin typeface="Cambria"/>
                <a:cs typeface="Cambria"/>
              </a:rPr>
              <a:t>n</a:t>
            </a:r>
            <a:r>
              <a:rPr lang="en-IN" sz="2000" dirty="0">
                <a:latin typeface="Cambria"/>
                <a:cs typeface="Cambria"/>
              </a:rPr>
              <a:t>g</a:t>
            </a:r>
          </a:p>
          <a:p>
            <a:pPr marL="469265" lvl="1" indent="-304165">
              <a:lnSpc>
                <a:spcPct val="100000"/>
              </a:lnSpc>
              <a:spcBef>
                <a:spcPts val="145"/>
              </a:spcBef>
              <a:buFont typeface="Cambria"/>
              <a:buChar char="•"/>
              <a:tabLst>
                <a:tab pos="469900" algn="l"/>
              </a:tabLst>
            </a:pPr>
            <a:r>
              <a:rPr lang="en-IN" sz="2000" spc="-5" dirty="0">
                <a:latin typeface="Cambria"/>
                <a:cs typeface="Cambria"/>
              </a:rPr>
              <a:t>safer</a:t>
            </a:r>
            <a:r>
              <a:rPr lang="en-IN" sz="2000" spc="-40" dirty="0">
                <a:latin typeface="Times New Roman"/>
                <a:cs typeface="Times New Roman"/>
              </a:rPr>
              <a:t> </a:t>
            </a:r>
            <a:r>
              <a:rPr lang="en-IN" sz="2000" spc="-15" dirty="0">
                <a:latin typeface="Cambria"/>
                <a:cs typeface="Cambria"/>
              </a:rPr>
              <a:t>o</a:t>
            </a:r>
            <a:r>
              <a:rPr lang="en-IN" sz="2000" dirty="0">
                <a:latin typeface="Cambria"/>
                <a:cs typeface="Cambria"/>
              </a:rPr>
              <a:t>p</a:t>
            </a:r>
            <a:r>
              <a:rPr lang="en-IN" sz="2000" spc="-5" dirty="0">
                <a:latin typeface="Cambria"/>
                <a:cs typeface="Cambria"/>
              </a:rPr>
              <a:t>erati</a:t>
            </a:r>
            <a:r>
              <a:rPr lang="en-IN" sz="2000" dirty="0">
                <a:latin typeface="Cambria"/>
                <a:cs typeface="Cambria"/>
              </a:rPr>
              <a:t>onal</a:t>
            </a:r>
            <a:r>
              <a:rPr lang="en-IN" sz="2000" spc="-40" dirty="0">
                <a:latin typeface="Times New Roman"/>
                <a:cs typeface="Times New Roman"/>
              </a:rPr>
              <a:t> </a:t>
            </a:r>
            <a:r>
              <a:rPr lang="en-IN" sz="2000" dirty="0">
                <a:latin typeface="Cambria"/>
                <a:cs typeface="Cambria"/>
              </a:rPr>
              <a:t>outco</a:t>
            </a:r>
            <a:r>
              <a:rPr lang="en-IN" sz="2000" spc="-10" dirty="0">
                <a:latin typeface="Cambria"/>
                <a:cs typeface="Cambria"/>
              </a:rPr>
              <a:t>mes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8806775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89575A-10D7-C54A-85F5-1B390C1DDD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06824"/>
            <a:ext cx="10515600" cy="5370139"/>
          </a:xfrm>
        </p:spPr>
        <p:txBody>
          <a:bodyPr>
            <a:normAutofit/>
          </a:bodyPr>
          <a:lstStyle/>
          <a:p>
            <a:pPr marL="12700">
              <a:lnSpc>
                <a:spcPct val="100000"/>
              </a:lnSpc>
            </a:pPr>
            <a:r>
              <a:rPr lang="en-IN" sz="2600" b="1" spc="-10" dirty="0">
                <a:solidFill>
                  <a:srgbClr val="4F80BC"/>
                </a:solidFill>
                <a:latin typeface="Calibri"/>
                <a:cs typeface="Calibri"/>
              </a:rPr>
              <a:t>Lo</a:t>
            </a:r>
            <a:r>
              <a:rPr lang="en-IN" sz="2600" b="1" spc="-5" dirty="0">
                <a:solidFill>
                  <a:srgbClr val="4F80BC"/>
                </a:solidFill>
                <a:latin typeface="Calibri"/>
                <a:cs typeface="Calibri"/>
              </a:rPr>
              <a:t>o</a:t>
            </a:r>
            <a:r>
              <a:rPr lang="en-IN" sz="2600" b="1" spc="-15" dirty="0">
                <a:solidFill>
                  <a:srgbClr val="4F80BC"/>
                </a:solidFill>
                <a:latin typeface="Calibri"/>
                <a:cs typeface="Calibri"/>
              </a:rPr>
              <a:t>pwa</a:t>
            </a:r>
            <a:r>
              <a:rPr lang="en-IN" sz="2600" b="1" spc="-10" dirty="0">
                <a:solidFill>
                  <a:srgbClr val="4F80BC"/>
                </a:solidFill>
                <a:latin typeface="Calibri"/>
                <a:cs typeface="Calibri"/>
              </a:rPr>
              <a:t>y</a:t>
            </a:r>
            <a:r>
              <a:rPr lang="en-IN" sz="2600" b="1" spc="-40" dirty="0">
                <a:solidFill>
                  <a:srgbClr val="4F80BC"/>
                </a:solidFill>
                <a:latin typeface="Times New Roman"/>
                <a:cs typeface="Times New Roman"/>
              </a:rPr>
              <a:t> </a:t>
            </a:r>
            <a:r>
              <a:rPr lang="en-IN" sz="2600" b="1" spc="-15" dirty="0">
                <a:solidFill>
                  <a:srgbClr val="4F80BC"/>
                </a:solidFill>
                <a:latin typeface="Calibri"/>
                <a:cs typeface="Calibri"/>
              </a:rPr>
              <a:t>P</a:t>
            </a:r>
            <a:r>
              <a:rPr lang="en-IN" sz="2600" b="1" spc="-5" dirty="0">
                <a:solidFill>
                  <a:srgbClr val="4F80BC"/>
                </a:solidFill>
                <a:latin typeface="Calibri"/>
                <a:cs typeface="Calibri"/>
              </a:rPr>
              <a:t>ositi</a:t>
            </a:r>
            <a:r>
              <a:rPr lang="en-IN" sz="2600" b="1" dirty="0">
                <a:solidFill>
                  <a:srgbClr val="4F80BC"/>
                </a:solidFill>
                <a:latin typeface="Calibri"/>
                <a:cs typeface="Calibri"/>
              </a:rPr>
              <a:t>o</a:t>
            </a:r>
            <a:r>
              <a:rPr lang="en-IN" sz="2600" b="1" spc="-15" dirty="0">
                <a:solidFill>
                  <a:srgbClr val="4F80BC"/>
                </a:solidFill>
                <a:latin typeface="Calibri"/>
                <a:cs typeface="Calibri"/>
              </a:rPr>
              <a:t>n</a:t>
            </a:r>
            <a:r>
              <a:rPr lang="en-IN" sz="2600" b="1" spc="-10" dirty="0">
                <a:solidFill>
                  <a:srgbClr val="4F80BC"/>
                </a:solidFill>
                <a:latin typeface="Calibri"/>
                <a:cs typeface="Calibri"/>
              </a:rPr>
              <a:t>ing</a:t>
            </a:r>
            <a:endParaRPr lang="en-IN" sz="26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50"/>
              </a:spcBef>
            </a:pPr>
            <a:r>
              <a:rPr lang="en-IN" sz="2200" spc="-10" dirty="0">
                <a:latin typeface="Cambria"/>
                <a:cs typeface="Cambria"/>
              </a:rPr>
              <a:t>T</a:t>
            </a:r>
            <a:r>
              <a:rPr lang="en-IN" sz="2200" spc="-15" dirty="0">
                <a:latin typeface="Cambria"/>
                <a:cs typeface="Cambria"/>
              </a:rPr>
              <a:t>o</a:t>
            </a:r>
            <a:r>
              <a:rPr lang="en-IN" sz="2200" spc="-5" dirty="0">
                <a:latin typeface="Cambria"/>
                <a:cs typeface="Cambria"/>
              </a:rPr>
              <a:t>g</a:t>
            </a:r>
            <a:r>
              <a:rPr lang="en-IN" sz="2200" dirty="0">
                <a:latin typeface="Cambria"/>
                <a:cs typeface="Cambria"/>
              </a:rPr>
              <a:t>et</a:t>
            </a:r>
            <a:r>
              <a:rPr lang="en-IN" sz="2200" spc="-10" dirty="0">
                <a:latin typeface="Cambria"/>
                <a:cs typeface="Cambria"/>
              </a:rPr>
              <a:t>her</a:t>
            </a:r>
            <a:r>
              <a:rPr lang="en-IN" sz="2200" dirty="0">
                <a:latin typeface="Cambria"/>
                <a:cs typeface="Cambria"/>
              </a:rPr>
              <a:t>,</a:t>
            </a:r>
            <a:r>
              <a:rPr lang="en-IN" sz="2200" spc="-30" dirty="0">
                <a:latin typeface="Times New Roman"/>
                <a:cs typeface="Times New Roman"/>
              </a:rPr>
              <a:t> </a:t>
            </a:r>
            <a:r>
              <a:rPr lang="en-IN" sz="2200" b="1" spc="-5" dirty="0">
                <a:latin typeface="Cambria"/>
                <a:cs typeface="Cambria"/>
              </a:rPr>
              <a:t>BuildWis</a:t>
            </a:r>
            <a:r>
              <a:rPr lang="en-IN" sz="2200" b="1" dirty="0">
                <a:latin typeface="Cambria"/>
                <a:cs typeface="Cambria"/>
              </a:rPr>
              <a:t>e</a:t>
            </a:r>
            <a:r>
              <a:rPr lang="en-IN" sz="2200" b="1" spc="-40" dirty="0">
                <a:latin typeface="Times New Roman"/>
                <a:cs typeface="Times New Roman"/>
              </a:rPr>
              <a:t> </a:t>
            </a:r>
            <a:r>
              <a:rPr lang="en-IN" sz="2200" spc="10" dirty="0">
                <a:latin typeface="Cambria"/>
                <a:cs typeface="Cambria"/>
              </a:rPr>
              <a:t>a</a:t>
            </a:r>
            <a:r>
              <a:rPr lang="en-IN" sz="2200" spc="-15" dirty="0">
                <a:latin typeface="Cambria"/>
                <a:cs typeface="Cambria"/>
              </a:rPr>
              <a:t>n</a:t>
            </a:r>
            <a:r>
              <a:rPr lang="en-IN" sz="2200" spc="-10" dirty="0">
                <a:latin typeface="Cambria"/>
                <a:cs typeface="Cambria"/>
              </a:rPr>
              <a:t>d</a:t>
            </a:r>
            <a:r>
              <a:rPr lang="en-IN" sz="2200" spc="-25" dirty="0">
                <a:latin typeface="Times New Roman"/>
                <a:cs typeface="Times New Roman"/>
              </a:rPr>
              <a:t> </a:t>
            </a:r>
            <a:r>
              <a:rPr lang="en-IN" sz="2200" b="1" spc="-5" dirty="0">
                <a:latin typeface="Cambria"/>
                <a:cs typeface="Cambria"/>
              </a:rPr>
              <a:t>Ne</a:t>
            </a:r>
            <a:r>
              <a:rPr lang="en-IN" sz="2200" b="1" dirty="0">
                <a:latin typeface="Cambria"/>
                <a:cs typeface="Cambria"/>
              </a:rPr>
              <a:t>x</a:t>
            </a:r>
            <a:r>
              <a:rPr lang="en-IN" sz="2200" b="1" spc="-10" dirty="0">
                <a:latin typeface="Cambria"/>
                <a:cs typeface="Cambria"/>
              </a:rPr>
              <a:t>se</a:t>
            </a:r>
            <a:r>
              <a:rPr lang="en-IN" sz="2200" b="1" spc="-15" dirty="0">
                <a:latin typeface="Cambria"/>
                <a:cs typeface="Cambria"/>
              </a:rPr>
              <a:t>n</a:t>
            </a:r>
            <a:r>
              <a:rPr lang="en-IN" sz="2200" b="1" spc="-10" dirty="0">
                <a:latin typeface="Cambria"/>
                <a:cs typeface="Cambria"/>
              </a:rPr>
              <a:t>se</a:t>
            </a:r>
            <a:r>
              <a:rPr lang="en-IN" sz="2200" b="1" spc="-35" dirty="0">
                <a:latin typeface="Times New Roman"/>
                <a:cs typeface="Times New Roman"/>
              </a:rPr>
              <a:t> </a:t>
            </a:r>
            <a:r>
              <a:rPr lang="en-IN" sz="2200" spc="-20" dirty="0">
                <a:latin typeface="Cambria"/>
                <a:cs typeface="Cambria"/>
              </a:rPr>
              <a:t>d</a:t>
            </a:r>
            <a:r>
              <a:rPr lang="en-IN" sz="2200" spc="-10" dirty="0">
                <a:latin typeface="Cambria"/>
                <a:cs typeface="Cambria"/>
              </a:rPr>
              <a:t>emonstrate</a:t>
            </a:r>
            <a:r>
              <a:rPr lang="en-IN" sz="2200" spc="-35" dirty="0">
                <a:latin typeface="Times New Roman"/>
                <a:cs typeface="Times New Roman"/>
              </a:rPr>
              <a:t> </a:t>
            </a:r>
            <a:r>
              <a:rPr lang="en-IN" sz="2200" spc="-10" dirty="0">
                <a:latin typeface="Cambria"/>
                <a:cs typeface="Cambria"/>
              </a:rPr>
              <a:t>L</a:t>
            </a:r>
            <a:r>
              <a:rPr lang="en-IN" sz="2200" dirty="0">
                <a:latin typeface="Cambria"/>
                <a:cs typeface="Cambria"/>
              </a:rPr>
              <a:t>oopwa</a:t>
            </a:r>
            <a:r>
              <a:rPr lang="en-IN" sz="2200" spc="-5" dirty="0">
                <a:latin typeface="Cambria"/>
                <a:cs typeface="Cambria"/>
              </a:rPr>
              <a:t>y’</a:t>
            </a:r>
            <a:r>
              <a:rPr lang="en-IN" sz="2200" spc="-10" dirty="0">
                <a:latin typeface="Cambria"/>
                <a:cs typeface="Cambria"/>
              </a:rPr>
              <a:t>s</a:t>
            </a:r>
            <a:r>
              <a:rPr lang="en-IN" sz="2200" spc="-40" dirty="0">
                <a:latin typeface="Times New Roman"/>
                <a:cs typeface="Times New Roman"/>
              </a:rPr>
              <a:t> </a:t>
            </a:r>
            <a:r>
              <a:rPr lang="en-IN" sz="2200" dirty="0">
                <a:latin typeface="Cambria"/>
                <a:cs typeface="Cambria"/>
              </a:rPr>
              <a:t>exp</a:t>
            </a:r>
            <a:r>
              <a:rPr lang="en-IN" sz="2200" spc="-5" dirty="0">
                <a:latin typeface="Cambria"/>
                <a:cs typeface="Cambria"/>
              </a:rPr>
              <a:t>erti</a:t>
            </a:r>
            <a:r>
              <a:rPr lang="en-IN" sz="2200" spc="-20" dirty="0">
                <a:latin typeface="Cambria"/>
                <a:cs typeface="Cambria"/>
              </a:rPr>
              <a:t>s</a:t>
            </a:r>
            <a:r>
              <a:rPr lang="en-IN" sz="2200" spc="-10" dirty="0">
                <a:latin typeface="Cambria"/>
                <a:cs typeface="Cambria"/>
              </a:rPr>
              <a:t>e</a:t>
            </a:r>
            <a:r>
              <a:rPr lang="en-IN" sz="2200" spc="-40" dirty="0">
                <a:latin typeface="Times New Roman"/>
                <a:cs typeface="Times New Roman"/>
              </a:rPr>
              <a:t> </a:t>
            </a:r>
            <a:r>
              <a:rPr lang="en-IN" sz="2200" spc="-5" dirty="0">
                <a:latin typeface="Cambria"/>
                <a:cs typeface="Cambria"/>
              </a:rPr>
              <a:t>i</a:t>
            </a:r>
            <a:r>
              <a:rPr lang="en-IN" sz="2200" spc="-10" dirty="0">
                <a:latin typeface="Cambria"/>
                <a:cs typeface="Cambria"/>
              </a:rPr>
              <a:t>n:</a:t>
            </a:r>
            <a:endParaRPr lang="en-IN" sz="2200" dirty="0">
              <a:latin typeface="Cambria"/>
              <a:cs typeface="Cambria"/>
            </a:endParaRPr>
          </a:p>
          <a:p>
            <a:pPr marL="469265" indent="-304165">
              <a:lnSpc>
                <a:spcPct val="100000"/>
              </a:lnSpc>
              <a:spcBef>
                <a:spcPts val="875"/>
              </a:spcBef>
              <a:buFont typeface="Cambria"/>
              <a:buChar char="•"/>
              <a:tabLst>
                <a:tab pos="469900" algn="l"/>
              </a:tabLst>
            </a:pPr>
            <a:r>
              <a:rPr lang="en-IN" sz="2200" spc="-5" dirty="0">
                <a:latin typeface="Cambria"/>
                <a:cs typeface="Cambria"/>
              </a:rPr>
              <a:t>a</a:t>
            </a:r>
            <a:r>
              <a:rPr lang="en-IN" sz="2200" spc="5" dirty="0">
                <a:latin typeface="Cambria"/>
                <a:cs typeface="Cambria"/>
              </a:rPr>
              <a:t>p</a:t>
            </a:r>
            <a:r>
              <a:rPr lang="en-IN" sz="2200" dirty="0">
                <a:latin typeface="Cambria"/>
                <a:cs typeface="Cambria"/>
              </a:rPr>
              <a:t>p</a:t>
            </a:r>
            <a:r>
              <a:rPr lang="en-IN" sz="2200" spc="-5" dirty="0">
                <a:latin typeface="Cambria"/>
                <a:cs typeface="Cambria"/>
              </a:rPr>
              <a:t>li</a:t>
            </a:r>
            <a:r>
              <a:rPr lang="en-IN" sz="2200" spc="-10" dirty="0">
                <a:latin typeface="Cambria"/>
                <a:cs typeface="Cambria"/>
              </a:rPr>
              <a:t>ed</a:t>
            </a:r>
            <a:r>
              <a:rPr lang="en-IN" sz="2200" spc="-35" dirty="0">
                <a:latin typeface="Times New Roman"/>
                <a:cs typeface="Times New Roman"/>
              </a:rPr>
              <a:t> </a:t>
            </a:r>
            <a:r>
              <a:rPr lang="en-IN" sz="2200" spc="-5" dirty="0">
                <a:latin typeface="Cambria"/>
                <a:cs typeface="Cambria"/>
              </a:rPr>
              <a:t>A</a:t>
            </a:r>
            <a:r>
              <a:rPr lang="en-IN" sz="2200" dirty="0">
                <a:latin typeface="Cambria"/>
                <a:cs typeface="Cambria"/>
              </a:rPr>
              <a:t>I</a:t>
            </a:r>
            <a:r>
              <a:rPr lang="en-IN" sz="2200" spc="-45" dirty="0">
                <a:latin typeface="Times New Roman"/>
                <a:cs typeface="Times New Roman"/>
              </a:rPr>
              <a:t> </a:t>
            </a:r>
            <a:r>
              <a:rPr lang="en-IN" sz="2200" spc="-10" dirty="0">
                <a:latin typeface="Cambria"/>
                <a:cs typeface="Cambria"/>
              </a:rPr>
              <a:t>s</a:t>
            </a:r>
            <a:r>
              <a:rPr lang="en-IN" sz="2200" spc="-15" dirty="0">
                <a:latin typeface="Cambria"/>
                <a:cs typeface="Cambria"/>
              </a:rPr>
              <a:t>y</a:t>
            </a:r>
            <a:r>
              <a:rPr lang="en-IN" sz="2200" spc="-5" dirty="0">
                <a:latin typeface="Cambria"/>
                <a:cs typeface="Cambria"/>
              </a:rPr>
              <a:t>ste</a:t>
            </a:r>
            <a:r>
              <a:rPr lang="en-IN" sz="2200" dirty="0">
                <a:latin typeface="Cambria"/>
                <a:cs typeface="Cambria"/>
              </a:rPr>
              <a:t>m</a:t>
            </a:r>
            <a:r>
              <a:rPr lang="en-IN" sz="2200" spc="-40" dirty="0">
                <a:latin typeface="Times New Roman"/>
                <a:cs typeface="Times New Roman"/>
              </a:rPr>
              <a:t> </a:t>
            </a:r>
            <a:r>
              <a:rPr lang="en-IN" sz="2200" spc="-10" dirty="0">
                <a:latin typeface="Cambria"/>
                <a:cs typeface="Cambria"/>
              </a:rPr>
              <a:t>d</a:t>
            </a:r>
            <a:r>
              <a:rPr lang="en-IN" sz="2200" spc="-5" dirty="0">
                <a:latin typeface="Cambria"/>
                <a:cs typeface="Cambria"/>
              </a:rPr>
              <a:t>e</a:t>
            </a:r>
            <a:r>
              <a:rPr lang="en-IN" sz="2200" spc="-10" dirty="0">
                <a:latin typeface="Cambria"/>
                <a:cs typeface="Cambria"/>
              </a:rPr>
              <a:t>sign</a:t>
            </a:r>
            <a:endParaRPr lang="en-IN" sz="2200" dirty="0">
              <a:latin typeface="Cambria"/>
              <a:cs typeface="Cambria"/>
            </a:endParaRPr>
          </a:p>
          <a:p>
            <a:pPr marL="469265" indent="-304165">
              <a:lnSpc>
                <a:spcPct val="100000"/>
              </a:lnSpc>
              <a:spcBef>
                <a:spcPts val="140"/>
              </a:spcBef>
              <a:buFont typeface="Cambria"/>
              <a:buChar char="•"/>
              <a:tabLst>
                <a:tab pos="469900" algn="l"/>
              </a:tabLst>
            </a:pPr>
            <a:r>
              <a:rPr lang="en-IN" sz="2200" spc="-5" dirty="0">
                <a:latin typeface="Cambria"/>
                <a:cs typeface="Cambria"/>
              </a:rPr>
              <a:t>str</a:t>
            </a:r>
            <a:r>
              <a:rPr lang="en-IN" sz="2200" spc="-20" dirty="0">
                <a:latin typeface="Cambria"/>
                <a:cs typeface="Cambria"/>
              </a:rPr>
              <a:t>u</a:t>
            </a:r>
            <a:r>
              <a:rPr lang="en-IN" sz="2200" dirty="0">
                <a:latin typeface="Cambria"/>
                <a:cs typeface="Cambria"/>
              </a:rPr>
              <a:t>ctu</a:t>
            </a:r>
            <a:r>
              <a:rPr lang="en-IN" sz="2200" spc="-10" dirty="0">
                <a:latin typeface="Cambria"/>
                <a:cs typeface="Cambria"/>
              </a:rPr>
              <a:t>red</a:t>
            </a:r>
            <a:r>
              <a:rPr lang="en-IN" sz="2200" spc="-30" dirty="0">
                <a:latin typeface="Times New Roman"/>
                <a:cs typeface="Times New Roman"/>
              </a:rPr>
              <a:t> </a:t>
            </a:r>
            <a:r>
              <a:rPr lang="en-IN" sz="2200" dirty="0">
                <a:latin typeface="Cambria"/>
                <a:cs typeface="Cambria"/>
              </a:rPr>
              <a:t>o</a:t>
            </a:r>
            <a:r>
              <a:rPr lang="en-IN" sz="2200" spc="-5" dirty="0">
                <a:latin typeface="Cambria"/>
                <a:cs typeface="Cambria"/>
              </a:rPr>
              <a:t>ut</a:t>
            </a:r>
            <a:r>
              <a:rPr lang="en-IN" sz="2200" spc="5" dirty="0">
                <a:latin typeface="Cambria"/>
                <a:cs typeface="Cambria"/>
              </a:rPr>
              <a:t>p</a:t>
            </a:r>
            <a:r>
              <a:rPr lang="en-IN" sz="2200" spc="-5" dirty="0">
                <a:latin typeface="Cambria"/>
                <a:cs typeface="Cambria"/>
              </a:rPr>
              <a:t>u</a:t>
            </a:r>
            <a:r>
              <a:rPr lang="en-IN" sz="2200" dirty="0">
                <a:latin typeface="Cambria"/>
                <a:cs typeface="Cambria"/>
              </a:rPr>
              <a:t>t</a:t>
            </a:r>
            <a:r>
              <a:rPr lang="en-IN" sz="2200" spc="-40" dirty="0">
                <a:latin typeface="Times New Roman"/>
                <a:cs typeface="Times New Roman"/>
              </a:rPr>
              <a:t> </a:t>
            </a:r>
            <a:r>
              <a:rPr lang="en-IN" sz="2200" spc="-10" dirty="0">
                <a:latin typeface="Cambria"/>
                <a:cs typeface="Cambria"/>
              </a:rPr>
              <a:t>en</a:t>
            </a:r>
            <a:r>
              <a:rPr lang="en-IN" sz="2200" spc="-5" dirty="0">
                <a:latin typeface="Cambria"/>
                <a:cs typeface="Cambria"/>
              </a:rPr>
              <a:t>g</a:t>
            </a:r>
            <a:r>
              <a:rPr lang="en-IN" sz="2200" spc="-10" dirty="0">
                <a:latin typeface="Cambria"/>
                <a:cs typeface="Cambria"/>
              </a:rPr>
              <a:t>ineer</a:t>
            </a:r>
            <a:r>
              <a:rPr lang="en-IN" sz="2200" spc="-5" dirty="0">
                <a:latin typeface="Cambria"/>
                <a:cs typeface="Cambria"/>
              </a:rPr>
              <a:t>in</a:t>
            </a:r>
            <a:r>
              <a:rPr lang="en-IN" sz="2200" dirty="0">
                <a:latin typeface="Cambria"/>
                <a:cs typeface="Cambria"/>
              </a:rPr>
              <a:t>g</a:t>
            </a:r>
          </a:p>
          <a:p>
            <a:pPr marL="469265" indent="-304165">
              <a:lnSpc>
                <a:spcPct val="100000"/>
              </a:lnSpc>
              <a:spcBef>
                <a:spcPts val="145"/>
              </a:spcBef>
              <a:buFont typeface="Cambria"/>
              <a:buChar char="•"/>
              <a:tabLst>
                <a:tab pos="469900" algn="l"/>
              </a:tabLst>
            </a:pPr>
            <a:r>
              <a:rPr lang="en-IN" sz="2200" dirty="0">
                <a:latin typeface="Cambria"/>
                <a:cs typeface="Cambria"/>
              </a:rPr>
              <a:t>m</a:t>
            </a:r>
            <a:r>
              <a:rPr lang="en-IN" sz="2200" spc="-5" dirty="0">
                <a:latin typeface="Cambria"/>
                <a:cs typeface="Cambria"/>
              </a:rPr>
              <a:t>ult</a:t>
            </a:r>
            <a:r>
              <a:rPr lang="en-IN" sz="2200" dirty="0">
                <a:latin typeface="Cambria"/>
                <a:cs typeface="Cambria"/>
              </a:rPr>
              <a:t>i</a:t>
            </a:r>
            <a:r>
              <a:rPr lang="en-IN" sz="2200" spc="-10" dirty="0">
                <a:latin typeface="Cambria"/>
                <a:cs typeface="Cambria"/>
              </a:rPr>
              <a:t>m</a:t>
            </a:r>
            <a:r>
              <a:rPr lang="en-IN" sz="2200" spc="-15" dirty="0">
                <a:latin typeface="Cambria"/>
                <a:cs typeface="Cambria"/>
              </a:rPr>
              <a:t>o</a:t>
            </a:r>
            <a:r>
              <a:rPr lang="en-IN" sz="2200" spc="-5" dirty="0">
                <a:latin typeface="Cambria"/>
                <a:cs typeface="Cambria"/>
              </a:rPr>
              <a:t>da</a:t>
            </a:r>
            <a:r>
              <a:rPr lang="en-IN" sz="2200" dirty="0">
                <a:latin typeface="Cambria"/>
                <a:cs typeface="Cambria"/>
              </a:rPr>
              <a:t>l</a:t>
            </a:r>
            <a:r>
              <a:rPr lang="en-IN" sz="2200" spc="-40" dirty="0">
                <a:latin typeface="Times New Roman"/>
                <a:cs typeface="Times New Roman"/>
              </a:rPr>
              <a:t> </a:t>
            </a:r>
            <a:r>
              <a:rPr lang="en-IN" sz="2200" spc="-10" dirty="0">
                <a:latin typeface="Cambria"/>
                <a:cs typeface="Cambria"/>
              </a:rPr>
              <a:t>r</a:t>
            </a:r>
            <a:r>
              <a:rPr lang="en-IN" sz="2200" dirty="0">
                <a:latin typeface="Cambria"/>
                <a:cs typeface="Cambria"/>
              </a:rPr>
              <a:t>ea</a:t>
            </a:r>
            <a:r>
              <a:rPr lang="en-IN" sz="2200" spc="-10" dirty="0">
                <a:latin typeface="Cambria"/>
                <a:cs typeface="Cambria"/>
              </a:rPr>
              <a:t>sonin</a:t>
            </a:r>
            <a:r>
              <a:rPr lang="en-IN" sz="2200" dirty="0">
                <a:latin typeface="Cambria"/>
                <a:cs typeface="Cambria"/>
              </a:rPr>
              <a:t>g</a:t>
            </a:r>
          </a:p>
          <a:p>
            <a:pPr marL="469265" indent="-304165">
              <a:lnSpc>
                <a:spcPct val="100000"/>
              </a:lnSpc>
              <a:spcBef>
                <a:spcPts val="145"/>
              </a:spcBef>
              <a:buFont typeface="Cambria"/>
              <a:buChar char="•"/>
              <a:tabLst>
                <a:tab pos="469900" algn="l"/>
              </a:tabLst>
            </a:pPr>
            <a:r>
              <a:rPr lang="en-IN" sz="2200" spc="-5" dirty="0">
                <a:latin typeface="Cambria"/>
                <a:cs typeface="Cambria"/>
              </a:rPr>
              <a:t>RA</a:t>
            </a:r>
            <a:r>
              <a:rPr lang="en-IN" sz="2200" spc="-10" dirty="0">
                <a:latin typeface="Cambria"/>
                <a:cs typeface="Cambria"/>
              </a:rPr>
              <a:t>G</a:t>
            </a:r>
            <a:r>
              <a:rPr lang="en-IN" sz="2200" spc="-40" dirty="0">
                <a:latin typeface="Times New Roman"/>
                <a:cs typeface="Times New Roman"/>
              </a:rPr>
              <a:t> </a:t>
            </a:r>
            <a:r>
              <a:rPr lang="en-IN" sz="2200" spc="-10" dirty="0">
                <a:latin typeface="Cambria"/>
                <a:cs typeface="Cambria"/>
              </a:rPr>
              <a:t>&amp;</a:t>
            </a:r>
            <a:r>
              <a:rPr lang="en-IN" sz="2200" spc="-40" dirty="0">
                <a:latin typeface="Times New Roman"/>
                <a:cs typeface="Times New Roman"/>
              </a:rPr>
              <a:t> </a:t>
            </a:r>
            <a:r>
              <a:rPr lang="en-IN" sz="2200" spc="-10" dirty="0">
                <a:latin typeface="Cambria"/>
                <a:cs typeface="Cambria"/>
              </a:rPr>
              <a:t>conte</a:t>
            </a:r>
            <a:r>
              <a:rPr lang="en-IN" sz="2200" spc="-5" dirty="0">
                <a:latin typeface="Cambria"/>
                <a:cs typeface="Cambria"/>
              </a:rPr>
              <a:t>x</a:t>
            </a:r>
            <a:r>
              <a:rPr lang="en-IN" sz="2200" dirty="0">
                <a:latin typeface="Cambria"/>
                <a:cs typeface="Cambria"/>
              </a:rPr>
              <a:t>t</a:t>
            </a:r>
            <a:r>
              <a:rPr lang="en-IN" sz="2200" spc="-40" dirty="0">
                <a:latin typeface="Times New Roman"/>
                <a:cs typeface="Times New Roman"/>
              </a:rPr>
              <a:t> </a:t>
            </a:r>
            <a:r>
              <a:rPr lang="en-IN" sz="2200" spc="-10" dirty="0">
                <a:latin typeface="Cambria"/>
                <a:cs typeface="Cambria"/>
              </a:rPr>
              <a:t>fusion</a:t>
            </a:r>
            <a:endParaRPr lang="en-IN" sz="2200" dirty="0">
              <a:latin typeface="Cambria"/>
              <a:cs typeface="Cambria"/>
            </a:endParaRPr>
          </a:p>
          <a:p>
            <a:pPr marL="469265" indent="-304165">
              <a:lnSpc>
                <a:spcPct val="100000"/>
              </a:lnSpc>
              <a:spcBef>
                <a:spcPts val="140"/>
              </a:spcBef>
              <a:buFont typeface="Cambria"/>
              <a:buChar char="•"/>
              <a:tabLst>
                <a:tab pos="469900" algn="l"/>
              </a:tabLst>
            </a:pPr>
            <a:r>
              <a:rPr lang="en-IN" sz="2200" spc="-15" dirty="0">
                <a:latin typeface="Cambria"/>
                <a:cs typeface="Cambria"/>
              </a:rPr>
              <a:t>V</a:t>
            </a:r>
            <a:r>
              <a:rPr lang="en-IN" sz="2200" spc="-5" dirty="0">
                <a:latin typeface="Cambria"/>
                <a:cs typeface="Cambria"/>
              </a:rPr>
              <a:t>ision</a:t>
            </a:r>
            <a:r>
              <a:rPr lang="en-IN" sz="2200" spc="-40" dirty="0">
                <a:latin typeface="Times New Roman"/>
                <a:cs typeface="Times New Roman"/>
              </a:rPr>
              <a:t> </a:t>
            </a:r>
            <a:r>
              <a:rPr lang="en-IN" sz="2200" dirty="0">
                <a:latin typeface="Cambria"/>
                <a:cs typeface="Cambria"/>
              </a:rPr>
              <a:t>AI</a:t>
            </a:r>
            <a:r>
              <a:rPr lang="en-IN" sz="2200" spc="-45" dirty="0">
                <a:latin typeface="Times New Roman"/>
                <a:cs typeface="Times New Roman"/>
              </a:rPr>
              <a:t> </a:t>
            </a:r>
            <a:r>
              <a:rPr lang="en-IN" sz="2200" spc="-10" dirty="0">
                <a:latin typeface="Cambria"/>
                <a:cs typeface="Cambria"/>
              </a:rPr>
              <a:t>+</a:t>
            </a:r>
            <a:r>
              <a:rPr lang="en-IN" sz="2200" spc="-45" dirty="0">
                <a:latin typeface="Times New Roman"/>
                <a:cs typeface="Times New Roman"/>
              </a:rPr>
              <a:t> </a:t>
            </a:r>
            <a:r>
              <a:rPr lang="en-IN" sz="2200" dirty="0" err="1">
                <a:latin typeface="Cambria"/>
                <a:cs typeface="Cambria"/>
              </a:rPr>
              <a:t>GenAI</a:t>
            </a:r>
            <a:r>
              <a:rPr lang="en-IN" sz="2200" spc="-45" dirty="0">
                <a:latin typeface="Times New Roman"/>
                <a:cs typeface="Times New Roman"/>
              </a:rPr>
              <a:t> </a:t>
            </a:r>
            <a:r>
              <a:rPr lang="en-IN" sz="2200" spc="-5" dirty="0">
                <a:latin typeface="Cambria"/>
                <a:cs typeface="Cambria"/>
              </a:rPr>
              <a:t>o</a:t>
            </a:r>
            <a:r>
              <a:rPr lang="en-IN" sz="2200" spc="-10" dirty="0">
                <a:latin typeface="Cambria"/>
                <a:cs typeface="Cambria"/>
              </a:rPr>
              <a:t>rc</a:t>
            </a:r>
            <a:r>
              <a:rPr lang="en-IN" sz="2200" spc="-15" dirty="0">
                <a:latin typeface="Cambria"/>
                <a:cs typeface="Cambria"/>
              </a:rPr>
              <a:t>h</a:t>
            </a:r>
            <a:r>
              <a:rPr lang="en-IN" sz="2200" dirty="0">
                <a:latin typeface="Cambria"/>
                <a:cs typeface="Cambria"/>
              </a:rPr>
              <a:t>estrati</a:t>
            </a:r>
            <a:r>
              <a:rPr lang="en-IN" sz="2200" spc="-10" dirty="0">
                <a:latin typeface="Cambria"/>
                <a:cs typeface="Cambria"/>
              </a:rPr>
              <a:t>on</a:t>
            </a:r>
            <a:endParaRPr lang="en-IN" sz="2200" dirty="0">
              <a:latin typeface="Cambria"/>
              <a:cs typeface="Cambria"/>
            </a:endParaRPr>
          </a:p>
          <a:p>
            <a:pPr marL="469265" indent="-304165">
              <a:lnSpc>
                <a:spcPct val="100000"/>
              </a:lnSpc>
              <a:spcBef>
                <a:spcPts val="155"/>
              </a:spcBef>
              <a:buFont typeface="Cambria"/>
              <a:buChar char="•"/>
              <a:tabLst>
                <a:tab pos="469900" algn="l"/>
              </a:tabLst>
            </a:pPr>
            <a:r>
              <a:rPr lang="en-IN" sz="2200" spc="-10" dirty="0">
                <a:latin typeface="Cambria"/>
                <a:cs typeface="Cambria"/>
              </a:rPr>
              <a:t>wo</a:t>
            </a:r>
            <a:r>
              <a:rPr lang="en-IN" sz="2200" spc="-15" dirty="0">
                <a:latin typeface="Cambria"/>
                <a:cs typeface="Cambria"/>
              </a:rPr>
              <a:t>r</a:t>
            </a:r>
            <a:r>
              <a:rPr lang="en-IN" sz="2200" spc="5" dirty="0">
                <a:latin typeface="Cambria"/>
                <a:cs typeface="Cambria"/>
              </a:rPr>
              <a:t>k</a:t>
            </a:r>
            <a:r>
              <a:rPr lang="en-IN" sz="2200" dirty="0">
                <a:latin typeface="Cambria"/>
                <a:cs typeface="Cambria"/>
              </a:rPr>
              <a:t>f</a:t>
            </a:r>
            <a:r>
              <a:rPr lang="en-IN" sz="2200" spc="-10" dirty="0">
                <a:latin typeface="Cambria"/>
                <a:cs typeface="Cambria"/>
              </a:rPr>
              <a:t>l</a:t>
            </a:r>
            <a:r>
              <a:rPr lang="en-IN" sz="2200" dirty="0">
                <a:latin typeface="Cambria"/>
                <a:cs typeface="Cambria"/>
              </a:rPr>
              <a:t>o</a:t>
            </a:r>
            <a:r>
              <a:rPr lang="en-IN" sz="2200" spc="-10" dirty="0">
                <a:latin typeface="Cambria"/>
                <a:cs typeface="Cambria"/>
              </a:rPr>
              <a:t>w</a:t>
            </a:r>
            <a:r>
              <a:rPr lang="en-IN" sz="2200" spc="-5" dirty="0">
                <a:latin typeface="Cambria"/>
                <a:cs typeface="Cambria"/>
              </a:rPr>
              <a:t>-</a:t>
            </a:r>
            <a:r>
              <a:rPr lang="en-IN" sz="2200" spc="-10" dirty="0">
                <a:latin typeface="Cambria"/>
                <a:cs typeface="Cambria"/>
              </a:rPr>
              <a:t>embe</a:t>
            </a:r>
            <a:r>
              <a:rPr lang="en-IN" sz="2200" spc="-5" dirty="0">
                <a:latin typeface="Cambria"/>
                <a:cs typeface="Cambria"/>
              </a:rPr>
              <a:t>dd</a:t>
            </a:r>
            <a:r>
              <a:rPr lang="en-IN" sz="2200" spc="-10" dirty="0">
                <a:latin typeface="Cambria"/>
                <a:cs typeface="Cambria"/>
              </a:rPr>
              <a:t>ed</a:t>
            </a:r>
            <a:r>
              <a:rPr lang="en-IN" sz="2200" spc="-30" dirty="0">
                <a:latin typeface="Times New Roman"/>
                <a:cs typeface="Times New Roman"/>
              </a:rPr>
              <a:t> </a:t>
            </a:r>
            <a:r>
              <a:rPr lang="en-IN" sz="2200" spc="-5" dirty="0">
                <a:latin typeface="Cambria"/>
                <a:cs typeface="Cambria"/>
              </a:rPr>
              <a:t>i</a:t>
            </a:r>
            <a:r>
              <a:rPr lang="en-IN" sz="2200" spc="-20" dirty="0">
                <a:latin typeface="Cambria"/>
                <a:cs typeface="Cambria"/>
              </a:rPr>
              <a:t>n</a:t>
            </a:r>
            <a:r>
              <a:rPr lang="en-IN" sz="2200" spc="-5" dirty="0">
                <a:latin typeface="Cambria"/>
                <a:cs typeface="Cambria"/>
              </a:rPr>
              <a:t>t</a:t>
            </a:r>
            <a:r>
              <a:rPr lang="en-IN" sz="2200" dirty="0">
                <a:latin typeface="Cambria"/>
                <a:cs typeface="Cambria"/>
              </a:rPr>
              <a:t>e</a:t>
            </a:r>
            <a:r>
              <a:rPr lang="en-IN" sz="2200" spc="-5" dirty="0">
                <a:latin typeface="Cambria"/>
                <a:cs typeface="Cambria"/>
              </a:rPr>
              <a:t>llig</a:t>
            </a:r>
            <a:r>
              <a:rPr lang="en-IN" sz="2200" spc="-10" dirty="0">
                <a:latin typeface="Cambria"/>
                <a:cs typeface="Cambria"/>
              </a:rPr>
              <a:t>ence</a:t>
            </a:r>
            <a:endParaRPr lang="en-IN" sz="2200" dirty="0">
              <a:latin typeface="Cambria"/>
              <a:cs typeface="Cambria"/>
            </a:endParaRPr>
          </a:p>
          <a:p>
            <a:pPr marL="469265" indent="-304165">
              <a:lnSpc>
                <a:spcPct val="100000"/>
              </a:lnSpc>
              <a:spcBef>
                <a:spcPts val="145"/>
              </a:spcBef>
              <a:buFont typeface="Cambria"/>
              <a:buChar char="•"/>
              <a:tabLst>
                <a:tab pos="469900" algn="l"/>
              </a:tabLst>
            </a:pPr>
            <a:r>
              <a:rPr lang="en-IN" sz="2200" spc="-10" dirty="0">
                <a:latin typeface="Cambria"/>
                <a:cs typeface="Cambria"/>
              </a:rPr>
              <a:t>en</a:t>
            </a:r>
            <a:r>
              <a:rPr lang="en-IN" sz="2200" spc="-5" dirty="0">
                <a:latin typeface="Cambria"/>
                <a:cs typeface="Cambria"/>
              </a:rPr>
              <a:t>t</a:t>
            </a:r>
            <a:r>
              <a:rPr lang="en-IN" sz="2200" dirty="0">
                <a:latin typeface="Cambria"/>
                <a:cs typeface="Cambria"/>
              </a:rPr>
              <a:t>e</a:t>
            </a:r>
            <a:r>
              <a:rPr lang="en-IN" sz="2200" spc="-10" dirty="0">
                <a:latin typeface="Cambria"/>
                <a:cs typeface="Cambria"/>
              </a:rPr>
              <a:t>r</a:t>
            </a:r>
            <a:r>
              <a:rPr lang="en-IN" sz="2200" dirty="0">
                <a:latin typeface="Cambria"/>
                <a:cs typeface="Cambria"/>
              </a:rPr>
              <a:t>p</a:t>
            </a:r>
            <a:r>
              <a:rPr lang="en-IN" sz="2200" spc="-10" dirty="0">
                <a:latin typeface="Cambria"/>
                <a:cs typeface="Cambria"/>
              </a:rPr>
              <a:t>r</a:t>
            </a:r>
            <a:r>
              <a:rPr lang="en-IN" sz="2200" spc="-5" dirty="0">
                <a:latin typeface="Cambria"/>
                <a:cs typeface="Cambria"/>
              </a:rPr>
              <a:t>ise-g</a:t>
            </a:r>
            <a:r>
              <a:rPr lang="en-IN" sz="2200" spc="-15" dirty="0">
                <a:latin typeface="Cambria"/>
                <a:cs typeface="Cambria"/>
              </a:rPr>
              <a:t>ra</a:t>
            </a:r>
            <a:r>
              <a:rPr lang="en-IN" sz="2200" spc="-5" dirty="0">
                <a:latin typeface="Cambria"/>
                <a:cs typeface="Cambria"/>
              </a:rPr>
              <a:t>d</a:t>
            </a:r>
            <a:r>
              <a:rPr lang="en-IN" sz="2200" spc="-10" dirty="0">
                <a:latin typeface="Cambria"/>
                <a:cs typeface="Cambria"/>
              </a:rPr>
              <a:t>e</a:t>
            </a:r>
            <a:r>
              <a:rPr lang="en-IN" sz="2200" spc="-40" dirty="0">
                <a:latin typeface="Times New Roman"/>
                <a:cs typeface="Times New Roman"/>
              </a:rPr>
              <a:t> </a:t>
            </a:r>
            <a:r>
              <a:rPr lang="en-IN" sz="2200" dirty="0">
                <a:latin typeface="Cambria"/>
                <a:cs typeface="Cambria"/>
              </a:rPr>
              <a:t>ob</a:t>
            </a:r>
            <a:r>
              <a:rPr lang="en-IN" sz="2200" spc="-10" dirty="0">
                <a:latin typeface="Cambria"/>
                <a:cs typeface="Cambria"/>
              </a:rPr>
              <a:t>se</a:t>
            </a:r>
            <a:r>
              <a:rPr lang="en-IN" sz="2200" spc="-20" dirty="0">
                <a:latin typeface="Cambria"/>
                <a:cs typeface="Cambria"/>
              </a:rPr>
              <a:t>r</a:t>
            </a:r>
            <a:r>
              <a:rPr lang="en-IN" sz="2200" spc="-15" dirty="0">
                <a:latin typeface="Cambria"/>
                <a:cs typeface="Cambria"/>
              </a:rPr>
              <a:t>v</a:t>
            </a:r>
            <a:r>
              <a:rPr lang="en-IN" sz="2200" spc="-5" dirty="0">
                <a:latin typeface="Cambria"/>
                <a:cs typeface="Cambria"/>
              </a:rPr>
              <a:t>a</a:t>
            </a:r>
            <a:r>
              <a:rPr lang="en-IN" sz="2200" dirty="0">
                <a:latin typeface="Cambria"/>
                <a:cs typeface="Cambria"/>
              </a:rPr>
              <a:t>bili</a:t>
            </a:r>
            <a:r>
              <a:rPr lang="en-IN" sz="2200" spc="-5" dirty="0">
                <a:latin typeface="Cambria"/>
                <a:cs typeface="Cambria"/>
              </a:rPr>
              <a:t>t</a:t>
            </a:r>
            <a:r>
              <a:rPr lang="en-IN" sz="2200" dirty="0">
                <a:latin typeface="Cambria"/>
                <a:cs typeface="Cambria"/>
              </a:rPr>
              <a:t>y</a:t>
            </a:r>
            <a:r>
              <a:rPr lang="en-IN" sz="2200" spc="-40" dirty="0">
                <a:latin typeface="Times New Roman"/>
                <a:cs typeface="Times New Roman"/>
              </a:rPr>
              <a:t> </a:t>
            </a:r>
            <a:r>
              <a:rPr lang="en-IN" sz="2200" spc="-10" dirty="0">
                <a:latin typeface="Cambria"/>
                <a:cs typeface="Cambria"/>
              </a:rPr>
              <a:t>&amp;</a:t>
            </a:r>
            <a:r>
              <a:rPr lang="en-IN" sz="2200" spc="-40" dirty="0">
                <a:latin typeface="Times New Roman"/>
                <a:cs typeface="Times New Roman"/>
              </a:rPr>
              <a:t> </a:t>
            </a:r>
            <a:r>
              <a:rPr lang="en-IN" sz="2200" spc="-5" dirty="0">
                <a:latin typeface="Cambria"/>
                <a:cs typeface="Cambria"/>
              </a:rPr>
              <a:t>guard</a:t>
            </a:r>
            <a:r>
              <a:rPr lang="en-IN" sz="2200" spc="-10" dirty="0">
                <a:latin typeface="Cambria"/>
                <a:cs typeface="Cambria"/>
              </a:rPr>
              <a:t>r</a:t>
            </a:r>
            <a:r>
              <a:rPr lang="en-IN" sz="2200" spc="-5" dirty="0">
                <a:latin typeface="Cambria"/>
                <a:cs typeface="Cambria"/>
              </a:rPr>
              <a:t>a</a:t>
            </a:r>
            <a:r>
              <a:rPr lang="en-IN" sz="2200" dirty="0">
                <a:latin typeface="Cambria"/>
                <a:cs typeface="Cambria"/>
              </a:rPr>
              <a:t>i</a:t>
            </a:r>
            <a:r>
              <a:rPr lang="en-IN" sz="2200" spc="-5" dirty="0">
                <a:latin typeface="Cambria"/>
                <a:cs typeface="Cambria"/>
              </a:rPr>
              <a:t>ls</a:t>
            </a:r>
            <a:endParaRPr lang="en-IN" sz="2200" dirty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865"/>
              </a:spcBef>
            </a:pPr>
            <a:r>
              <a:rPr lang="en-IN" sz="2200" spc="-10" dirty="0">
                <a:latin typeface="Cambria"/>
                <a:cs typeface="Cambria"/>
              </a:rPr>
              <a:t>Loopway</a:t>
            </a:r>
            <a:r>
              <a:rPr lang="en-IN" sz="2200" spc="-45" dirty="0">
                <a:latin typeface="Times New Roman"/>
                <a:cs typeface="Times New Roman"/>
              </a:rPr>
              <a:t> </a:t>
            </a:r>
            <a:r>
              <a:rPr lang="en-IN" sz="2200" spc="-5" dirty="0">
                <a:latin typeface="Cambria"/>
                <a:cs typeface="Cambria"/>
              </a:rPr>
              <a:t>is</a:t>
            </a:r>
            <a:r>
              <a:rPr lang="en-IN" sz="2200" spc="-40" dirty="0">
                <a:latin typeface="Times New Roman"/>
                <a:cs typeface="Times New Roman"/>
              </a:rPr>
              <a:t> </a:t>
            </a:r>
            <a:r>
              <a:rPr lang="en-IN" sz="2200" spc="5" dirty="0">
                <a:latin typeface="Cambria"/>
                <a:cs typeface="Cambria"/>
              </a:rPr>
              <a:t>p</a:t>
            </a:r>
            <a:r>
              <a:rPr lang="en-IN" sz="2200" spc="-5" dirty="0">
                <a:latin typeface="Cambria"/>
                <a:cs typeface="Cambria"/>
              </a:rPr>
              <a:t>osition</a:t>
            </a:r>
            <a:r>
              <a:rPr lang="en-IN" sz="2200" spc="-20" dirty="0">
                <a:latin typeface="Cambria"/>
                <a:cs typeface="Cambria"/>
              </a:rPr>
              <a:t>e</a:t>
            </a:r>
            <a:r>
              <a:rPr lang="en-IN" sz="2200" spc="-10" dirty="0">
                <a:latin typeface="Cambria"/>
                <a:cs typeface="Cambria"/>
              </a:rPr>
              <a:t>d</a:t>
            </a:r>
            <a:r>
              <a:rPr lang="en-IN" sz="2200" spc="-45" dirty="0">
                <a:latin typeface="Times New Roman"/>
                <a:cs typeface="Times New Roman"/>
              </a:rPr>
              <a:t> </a:t>
            </a:r>
            <a:r>
              <a:rPr lang="en-IN" sz="2200" spc="-10" dirty="0">
                <a:latin typeface="Cambria"/>
                <a:cs typeface="Cambria"/>
              </a:rPr>
              <a:t>as:</a:t>
            </a:r>
            <a:endParaRPr lang="en-IN" sz="2200" dirty="0">
              <a:latin typeface="Cambria"/>
              <a:cs typeface="Cambria"/>
            </a:endParaRPr>
          </a:p>
          <a:p>
            <a:pPr marL="317500" marR="5080">
              <a:lnSpc>
                <a:spcPct val="100000"/>
              </a:lnSpc>
              <a:spcBef>
                <a:spcPts val="925"/>
              </a:spcBef>
            </a:pPr>
            <a:r>
              <a:rPr lang="en-IN" sz="2200" b="1" dirty="0">
                <a:latin typeface="Cambria"/>
                <a:cs typeface="Cambria"/>
              </a:rPr>
              <a:t>a</a:t>
            </a:r>
            <a:r>
              <a:rPr lang="en-IN" sz="2200" b="1" spc="-10" dirty="0">
                <a:latin typeface="Cambria"/>
                <a:cs typeface="Cambria"/>
              </a:rPr>
              <a:t>n</a:t>
            </a:r>
            <a:r>
              <a:rPr lang="en-IN" sz="2200" b="1" spc="-45" dirty="0">
                <a:latin typeface="Times New Roman"/>
                <a:cs typeface="Times New Roman"/>
              </a:rPr>
              <a:t> </a:t>
            </a:r>
            <a:r>
              <a:rPr lang="en-IN" sz="2200" b="1" dirty="0">
                <a:latin typeface="Cambria"/>
                <a:cs typeface="Cambria"/>
              </a:rPr>
              <a:t>expert</a:t>
            </a:r>
            <a:r>
              <a:rPr lang="en-IN" sz="2200" b="1" spc="-35" dirty="0">
                <a:latin typeface="Times New Roman"/>
                <a:cs typeface="Times New Roman"/>
              </a:rPr>
              <a:t> </a:t>
            </a:r>
            <a:r>
              <a:rPr lang="en-IN" sz="2200" b="1" spc="-10" dirty="0">
                <a:latin typeface="Cambria"/>
                <a:cs typeface="Cambria"/>
              </a:rPr>
              <a:t>p</a:t>
            </a:r>
            <a:r>
              <a:rPr lang="en-IN" sz="2200" b="1" dirty="0">
                <a:latin typeface="Cambria"/>
                <a:cs typeface="Cambria"/>
              </a:rPr>
              <a:t>a</a:t>
            </a:r>
            <a:r>
              <a:rPr lang="en-IN" sz="2200" b="1" spc="-5" dirty="0">
                <a:latin typeface="Cambria"/>
                <a:cs typeface="Cambria"/>
              </a:rPr>
              <a:t>r</a:t>
            </a:r>
            <a:r>
              <a:rPr lang="en-IN" sz="2200" b="1" dirty="0">
                <a:latin typeface="Cambria"/>
                <a:cs typeface="Cambria"/>
              </a:rPr>
              <a:t>t</a:t>
            </a:r>
            <a:r>
              <a:rPr lang="en-IN" sz="2200" b="1" spc="-15" dirty="0">
                <a:latin typeface="Cambria"/>
                <a:cs typeface="Cambria"/>
              </a:rPr>
              <a:t>n</a:t>
            </a:r>
            <a:r>
              <a:rPr lang="en-IN" sz="2200" b="1" dirty="0">
                <a:latin typeface="Cambria"/>
                <a:cs typeface="Cambria"/>
              </a:rPr>
              <a:t>er</a:t>
            </a:r>
            <a:r>
              <a:rPr lang="en-IN" sz="2200" b="1" spc="-40" dirty="0">
                <a:latin typeface="Times New Roman"/>
                <a:cs typeface="Times New Roman"/>
              </a:rPr>
              <a:t> </a:t>
            </a:r>
            <a:r>
              <a:rPr lang="en-IN" sz="2200" b="1" spc="-5" dirty="0">
                <a:latin typeface="Cambria"/>
                <a:cs typeface="Cambria"/>
              </a:rPr>
              <a:t>f</a:t>
            </a:r>
            <a:r>
              <a:rPr lang="en-IN" sz="2200" b="1" dirty="0">
                <a:latin typeface="Cambria"/>
                <a:cs typeface="Cambria"/>
              </a:rPr>
              <a:t>or</a:t>
            </a:r>
            <a:r>
              <a:rPr lang="en-IN" sz="2200" b="1" spc="-50" dirty="0">
                <a:latin typeface="Times New Roman"/>
                <a:cs typeface="Times New Roman"/>
              </a:rPr>
              <a:t> </a:t>
            </a:r>
            <a:r>
              <a:rPr lang="en-IN" sz="2200" b="1" dirty="0">
                <a:latin typeface="Cambria"/>
                <a:cs typeface="Cambria"/>
              </a:rPr>
              <a:t>des</a:t>
            </a:r>
            <a:r>
              <a:rPr lang="en-IN" sz="2200" b="1" spc="-10" dirty="0">
                <a:latin typeface="Cambria"/>
                <a:cs typeface="Cambria"/>
              </a:rPr>
              <a:t>ig</a:t>
            </a:r>
            <a:r>
              <a:rPr lang="en-IN" sz="2200" b="1" spc="-15" dirty="0">
                <a:latin typeface="Cambria"/>
                <a:cs typeface="Cambria"/>
              </a:rPr>
              <a:t>n</a:t>
            </a:r>
            <a:r>
              <a:rPr lang="en-IN" sz="2200" b="1" spc="-10" dirty="0">
                <a:latin typeface="Cambria"/>
                <a:cs typeface="Cambria"/>
              </a:rPr>
              <a:t>i</a:t>
            </a:r>
            <a:r>
              <a:rPr lang="en-IN" sz="2200" b="1" spc="-15" dirty="0">
                <a:latin typeface="Cambria"/>
                <a:cs typeface="Cambria"/>
              </a:rPr>
              <a:t>n</a:t>
            </a:r>
            <a:r>
              <a:rPr lang="en-IN" sz="2200" b="1" spc="10" dirty="0">
                <a:latin typeface="Cambria"/>
                <a:cs typeface="Cambria"/>
              </a:rPr>
              <a:t>g</a:t>
            </a:r>
            <a:r>
              <a:rPr lang="en-IN" sz="2200" b="1" spc="-5" dirty="0">
                <a:latin typeface="Cambria"/>
                <a:cs typeface="Cambria"/>
              </a:rPr>
              <a:t>,</a:t>
            </a:r>
            <a:r>
              <a:rPr lang="en-IN" sz="2200" b="1" spc="-40" dirty="0">
                <a:latin typeface="Times New Roman"/>
                <a:cs typeface="Times New Roman"/>
              </a:rPr>
              <a:t> </a:t>
            </a:r>
            <a:r>
              <a:rPr lang="en-IN" sz="2200" b="1" spc="-10" dirty="0">
                <a:latin typeface="Cambria"/>
                <a:cs typeface="Cambria"/>
              </a:rPr>
              <a:t>i</a:t>
            </a:r>
            <a:r>
              <a:rPr lang="en-IN" sz="2200" b="1" spc="-5" dirty="0">
                <a:latin typeface="Cambria"/>
                <a:cs typeface="Cambria"/>
              </a:rPr>
              <a:t>m</a:t>
            </a:r>
            <a:r>
              <a:rPr lang="en-IN" sz="2200" b="1" dirty="0">
                <a:latin typeface="Cambria"/>
                <a:cs typeface="Cambria"/>
              </a:rPr>
              <a:t>p</a:t>
            </a:r>
            <a:r>
              <a:rPr lang="en-IN" sz="2200" b="1" spc="-15" dirty="0">
                <a:latin typeface="Cambria"/>
                <a:cs typeface="Cambria"/>
              </a:rPr>
              <a:t>lemen</a:t>
            </a:r>
            <a:r>
              <a:rPr lang="en-IN" sz="2200" b="1" spc="15" dirty="0">
                <a:latin typeface="Cambria"/>
                <a:cs typeface="Cambria"/>
              </a:rPr>
              <a:t>t</a:t>
            </a:r>
            <a:r>
              <a:rPr lang="en-IN" sz="2200" b="1" spc="-10" dirty="0">
                <a:latin typeface="Cambria"/>
                <a:cs typeface="Cambria"/>
              </a:rPr>
              <a:t>i</a:t>
            </a:r>
            <a:r>
              <a:rPr lang="en-IN" sz="2200" b="1" spc="-15" dirty="0">
                <a:latin typeface="Cambria"/>
                <a:cs typeface="Cambria"/>
              </a:rPr>
              <a:t>n</a:t>
            </a:r>
            <a:r>
              <a:rPr lang="en-IN" sz="2200" b="1" spc="-5" dirty="0">
                <a:latin typeface="Cambria"/>
                <a:cs typeface="Cambria"/>
              </a:rPr>
              <a:t>g,</a:t>
            </a:r>
            <a:r>
              <a:rPr lang="en-IN" sz="2200" b="1" spc="-40" dirty="0">
                <a:latin typeface="Times New Roman"/>
                <a:cs typeface="Times New Roman"/>
              </a:rPr>
              <a:t> </a:t>
            </a:r>
            <a:r>
              <a:rPr lang="en-IN" sz="2200" b="1" dirty="0">
                <a:latin typeface="Cambria"/>
                <a:cs typeface="Cambria"/>
              </a:rPr>
              <a:t>a</a:t>
            </a:r>
            <a:r>
              <a:rPr lang="en-IN" sz="2200" b="1" spc="-15" dirty="0">
                <a:latin typeface="Cambria"/>
                <a:cs typeface="Cambria"/>
              </a:rPr>
              <a:t>n</a:t>
            </a:r>
            <a:r>
              <a:rPr lang="en-IN" sz="2200" b="1" dirty="0">
                <a:latin typeface="Cambria"/>
                <a:cs typeface="Cambria"/>
              </a:rPr>
              <a:t>d</a:t>
            </a:r>
            <a:r>
              <a:rPr lang="en-IN" sz="2200" b="1" spc="-35" dirty="0">
                <a:latin typeface="Times New Roman"/>
                <a:cs typeface="Times New Roman"/>
              </a:rPr>
              <a:t> </a:t>
            </a:r>
            <a:r>
              <a:rPr lang="en-IN" sz="2200" b="1" spc="-5" dirty="0">
                <a:latin typeface="Cambria"/>
                <a:cs typeface="Cambria"/>
              </a:rPr>
              <a:t>o</a:t>
            </a:r>
            <a:r>
              <a:rPr lang="en-IN" sz="2200" b="1" dirty="0">
                <a:latin typeface="Cambria"/>
                <a:cs typeface="Cambria"/>
              </a:rPr>
              <a:t>perat</a:t>
            </a:r>
            <a:r>
              <a:rPr lang="en-IN" sz="2200" b="1" spc="-10" dirty="0">
                <a:latin typeface="Cambria"/>
                <a:cs typeface="Cambria"/>
              </a:rPr>
              <a:t>i</a:t>
            </a:r>
            <a:r>
              <a:rPr lang="en-IN" sz="2200" b="1" spc="-5" dirty="0">
                <a:latin typeface="Cambria"/>
                <a:cs typeface="Cambria"/>
              </a:rPr>
              <a:t>ona</a:t>
            </a:r>
            <a:r>
              <a:rPr lang="en-IN" sz="2200" b="1" dirty="0">
                <a:latin typeface="Cambria"/>
                <a:cs typeface="Cambria"/>
              </a:rPr>
              <a:t>l</a:t>
            </a:r>
            <a:r>
              <a:rPr lang="en-IN" sz="2200" b="1" spc="-10" dirty="0">
                <a:latin typeface="Cambria"/>
                <a:cs typeface="Cambria"/>
              </a:rPr>
              <a:t>i</a:t>
            </a:r>
            <a:r>
              <a:rPr lang="en-IN" sz="2200" b="1" dirty="0">
                <a:latin typeface="Cambria"/>
                <a:cs typeface="Cambria"/>
              </a:rPr>
              <a:t>z</a:t>
            </a:r>
            <a:r>
              <a:rPr lang="en-IN" sz="2200" b="1" spc="-5" dirty="0">
                <a:latin typeface="Cambria"/>
                <a:cs typeface="Cambria"/>
              </a:rPr>
              <a:t>i</a:t>
            </a:r>
            <a:r>
              <a:rPr lang="en-IN" sz="2200" b="1" spc="-15" dirty="0">
                <a:latin typeface="Cambria"/>
                <a:cs typeface="Cambria"/>
              </a:rPr>
              <a:t>n</a:t>
            </a:r>
            <a:r>
              <a:rPr lang="en-IN" sz="2200" b="1" dirty="0">
                <a:latin typeface="Cambria"/>
                <a:cs typeface="Cambria"/>
              </a:rPr>
              <a:t>g</a:t>
            </a:r>
            <a:r>
              <a:rPr lang="en-IN" sz="2200" b="1" spc="-40" dirty="0">
                <a:latin typeface="Times New Roman"/>
                <a:cs typeface="Times New Roman"/>
              </a:rPr>
              <a:t> </a:t>
            </a:r>
            <a:r>
              <a:rPr lang="en-IN" sz="2200" b="1" spc="-10" dirty="0">
                <a:latin typeface="Cambria"/>
                <a:cs typeface="Cambria"/>
              </a:rPr>
              <a:t>AI</a:t>
            </a:r>
            <a:r>
              <a:rPr lang="en-IN" sz="2200" b="1" spc="-5" dirty="0">
                <a:latin typeface="Times New Roman"/>
                <a:cs typeface="Times New Roman"/>
              </a:rPr>
              <a:t> </a:t>
            </a:r>
            <a:r>
              <a:rPr lang="en-IN" sz="2200" b="1" spc="-10" dirty="0">
                <a:latin typeface="Cambria"/>
                <a:cs typeface="Cambria"/>
              </a:rPr>
              <a:t>sys</a:t>
            </a:r>
            <a:r>
              <a:rPr lang="en-IN" sz="2200" b="1" dirty="0">
                <a:latin typeface="Cambria"/>
                <a:cs typeface="Cambria"/>
              </a:rPr>
              <a:t>t</a:t>
            </a:r>
            <a:r>
              <a:rPr lang="en-IN" sz="2200" b="1" spc="-10" dirty="0">
                <a:latin typeface="Cambria"/>
                <a:cs typeface="Cambria"/>
              </a:rPr>
              <a:t>ems</a:t>
            </a:r>
            <a:r>
              <a:rPr lang="en-IN" sz="2200" b="1" spc="-40" dirty="0">
                <a:latin typeface="Times New Roman"/>
                <a:cs typeface="Times New Roman"/>
              </a:rPr>
              <a:t> </a:t>
            </a:r>
            <a:r>
              <a:rPr lang="en-IN" sz="2200" b="1" dirty="0">
                <a:latin typeface="Cambria"/>
                <a:cs typeface="Cambria"/>
              </a:rPr>
              <a:t>— </a:t>
            </a:r>
            <a:r>
              <a:rPr lang="en-IN" sz="2200" b="1" spc="-15" dirty="0">
                <a:latin typeface="Cambria"/>
                <a:cs typeface="Cambria"/>
              </a:rPr>
              <a:t>n</a:t>
            </a:r>
            <a:r>
              <a:rPr lang="en-IN" sz="2200" b="1" spc="-5" dirty="0">
                <a:latin typeface="Cambria"/>
                <a:cs typeface="Cambria"/>
              </a:rPr>
              <a:t>o</a:t>
            </a:r>
            <a:r>
              <a:rPr lang="en-IN" sz="2200" b="1" dirty="0">
                <a:latin typeface="Cambria"/>
                <a:cs typeface="Cambria"/>
              </a:rPr>
              <a:t>t</a:t>
            </a:r>
            <a:r>
              <a:rPr lang="en-IN" sz="2200" b="1" spc="-35" dirty="0">
                <a:latin typeface="Times New Roman"/>
                <a:cs typeface="Times New Roman"/>
              </a:rPr>
              <a:t> </a:t>
            </a:r>
            <a:r>
              <a:rPr lang="en-IN" sz="2200" b="1" spc="-5" dirty="0">
                <a:latin typeface="Cambria"/>
                <a:cs typeface="Cambria"/>
              </a:rPr>
              <a:t>pro</a:t>
            </a:r>
            <a:r>
              <a:rPr lang="en-IN" sz="2200" b="1" spc="5" dirty="0">
                <a:latin typeface="Cambria"/>
                <a:cs typeface="Cambria"/>
              </a:rPr>
              <a:t>t</a:t>
            </a:r>
            <a:r>
              <a:rPr lang="en-IN" sz="2200" b="1" spc="-15" dirty="0">
                <a:latin typeface="Cambria"/>
                <a:cs typeface="Cambria"/>
              </a:rPr>
              <a:t>o</a:t>
            </a:r>
            <a:r>
              <a:rPr lang="en-IN" sz="2200" b="1" spc="-10" dirty="0">
                <a:latin typeface="Cambria"/>
                <a:cs typeface="Cambria"/>
              </a:rPr>
              <a:t>types</a:t>
            </a:r>
            <a:r>
              <a:rPr lang="en-IN" sz="2200" b="1" spc="-30" dirty="0">
                <a:latin typeface="Times New Roman"/>
                <a:cs typeface="Times New Roman"/>
              </a:rPr>
              <a:t> </a:t>
            </a:r>
            <a:r>
              <a:rPr lang="en-IN" sz="2200" b="1" dirty="0">
                <a:latin typeface="Cambria"/>
                <a:cs typeface="Cambria"/>
              </a:rPr>
              <a:t>— </a:t>
            </a:r>
            <a:r>
              <a:rPr lang="en-IN" sz="2200" b="1" spc="-5" dirty="0">
                <a:latin typeface="Cambria"/>
                <a:cs typeface="Cambria"/>
              </a:rPr>
              <a:t>bu</a:t>
            </a:r>
            <a:r>
              <a:rPr lang="en-IN" sz="2200" b="1" dirty="0">
                <a:latin typeface="Cambria"/>
                <a:cs typeface="Cambria"/>
              </a:rPr>
              <a:t>t</a:t>
            </a:r>
            <a:r>
              <a:rPr lang="en-IN" sz="2200" b="1" spc="-30" dirty="0">
                <a:latin typeface="Times New Roman"/>
                <a:cs typeface="Times New Roman"/>
              </a:rPr>
              <a:t> </a:t>
            </a:r>
            <a:r>
              <a:rPr lang="en-IN" sz="2200" b="1" spc="-5" dirty="0">
                <a:latin typeface="Cambria"/>
                <a:cs typeface="Cambria"/>
              </a:rPr>
              <a:t>re</a:t>
            </a:r>
            <a:r>
              <a:rPr lang="en-IN" sz="2200" b="1" dirty="0">
                <a:latin typeface="Cambria"/>
                <a:cs typeface="Cambria"/>
              </a:rPr>
              <a:t>a</a:t>
            </a:r>
            <a:r>
              <a:rPr lang="en-IN" sz="2200" b="1" spc="-5" dirty="0">
                <a:latin typeface="Cambria"/>
                <a:cs typeface="Cambria"/>
              </a:rPr>
              <a:t>l</a:t>
            </a:r>
            <a:r>
              <a:rPr lang="en-IN" sz="2200" b="1" dirty="0">
                <a:latin typeface="Cambria"/>
                <a:cs typeface="Cambria"/>
              </a:rPr>
              <a:t>,</a:t>
            </a:r>
            <a:r>
              <a:rPr lang="en-IN" sz="2200" b="1" spc="-40" dirty="0">
                <a:latin typeface="Times New Roman"/>
                <a:cs typeface="Times New Roman"/>
              </a:rPr>
              <a:t> </a:t>
            </a:r>
            <a:r>
              <a:rPr lang="en-IN" sz="2200" b="1" dirty="0">
                <a:latin typeface="Cambria"/>
                <a:cs typeface="Cambria"/>
              </a:rPr>
              <a:t>p</a:t>
            </a:r>
            <a:r>
              <a:rPr lang="en-IN" sz="2200" b="1" spc="-5" dirty="0">
                <a:latin typeface="Cambria"/>
                <a:cs typeface="Cambria"/>
              </a:rPr>
              <a:t>ro</a:t>
            </a:r>
            <a:r>
              <a:rPr lang="en-IN" sz="2200" b="1" spc="-10" dirty="0">
                <a:latin typeface="Cambria"/>
                <a:cs typeface="Cambria"/>
              </a:rPr>
              <a:t>d</a:t>
            </a:r>
            <a:r>
              <a:rPr lang="en-IN" sz="2200" b="1" dirty="0">
                <a:latin typeface="Cambria"/>
                <a:cs typeface="Cambria"/>
              </a:rPr>
              <a:t>u</a:t>
            </a:r>
            <a:r>
              <a:rPr lang="en-IN" sz="2200" b="1" spc="-10" dirty="0">
                <a:latin typeface="Cambria"/>
                <a:cs typeface="Cambria"/>
              </a:rPr>
              <a:t>c</a:t>
            </a:r>
            <a:r>
              <a:rPr lang="en-IN" sz="2200" b="1" dirty="0">
                <a:latin typeface="Cambria"/>
                <a:cs typeface="Cambria"/>
              </a:rPr>
              <a:t>t</a:t>
            </a:r>
            <a:r>
              <a:rPr lang="en-IN" sz="2200" b="1" spc="-10" dirty="0">
                <a:latin typeface="Cambria"/>
                <a:cs typeface="Cambria"/>
              </a:rPr>
              <a:t>i</a:t>
            </a:r>
            <a:r>
              <a:rPr lang="en-IN" sz="2200" b="1" spc="-15" dirty="0">
                <a:latin typeface="Cambria"/>
                <a:cs typeface="Cambria"/>
              </a:rPr>
              <a:t>o</a:t>
            </a:r>
            <a:r>
              <a:rPr lang="en-IN" sz="2200" b="1" spc="-5" dirty="0">
                <a:latin typeface="Cambria"/>
                <a:cs typeface="Cambria"/>
              </a:rPr>
              <a:t>n-re</a:t>
            </a:r>
            <a:r>
              <a:rPr lang="en-IN" sz="2200" b="1" dirty="0">
                <a:latin typeface="Cambria"/>
                <a:cs typeface="Cambria"/>
              </a:rPr>
              <a:t>ad</a:t>
            </a:r>
            <a:r>
              <a:rPr lang="en-IN" sz="2200" b="1" spc="-10" dirty="0">
                <a:latin typeface="Cambria"/>
                <a:cs typeface="Cambria"/>
              </a:rPr>
              <a:t>y</a:t>
            </a:r>
            <a:r>
              <a:rPr lang="en-IN" sz="2200" b="1" spc="-40" dirty="0">
                <a:latin typeface="Times New Roman"/>
                <a:cs typeface="Times New Roman"/>
              </a:rPr>
              <a:t> </a:t>
            </a:r>
            <a:r>
              <a:rPr lang="en-IN" sz="2200" b="1" spc="-5" dirty="0">
                <a:latin typeface="Cambria"/>
                <a:cs typeface="Cambria"/>
              </a:rPr>
              <a:t>p</a:t>
            </a:r>
            <a:r>
              <a:rPr lang="en-IN" sz="2200" b="1" spc="-10" dirty="0">
                <a:latin typeface="Cambria"/>
                <a:cs typeface="Cambria"/>
              </a:rPr>
              <a:t>l</a:t>
            </a:r>
            <a:r>
              <a:rPr lang="en-IN" sz="2200" b="1" dirty="0">
                <a:latin typeface="Cambria"/>
                <a:cs typeface="Cambria"/>
              </a:rPr>
              <a:t>a</a:t>
            </a:r>
            <a:r>
              <a:rPr lang="en-IN" sz="2200" b="1" spc="-10" dirty="0">
                <a:latin typeface="Cambria"/>
                <a:cs typeface="Cambria"/>
              </a:rPr>
              <a:t>t</a:t>
            </a:r>
            <a:r>
              <a:rPr lang="en-IN" sz="2200" b="1" dirty="0">
                <a:latin typeface="Cambria"/>
                <a:cs typeface="Cambria"/>
              </a:rPr>
              <a:t>f</a:t>
            </a:r>
            <a:r>
              <a:rPr lang="en-IN" sz="2200" b="1" spc="-5" dirty="0">
                <a:latin typeface="Cambria"/>
                <a:cs typeface="Cambria"/>
              </a:rPr>
              <a:t>or</a:t>
            </a:r>
            <a:r>
              <a:rPr lang="en-IN" sz="2200" b="1" spc="-15" dirty="0">
                <a:latin typeface="Cambria"/>
                <a:cs typeface="Cambria"/>
              </a:rPr>
              <a:t>m</a:t>
            </a:r>
            <a:r>
              <a:rPr lang="en-IN" sz="2200" b="1" spc="-5" dirty="0">
                <a:latin typeface="Cambria"/>
                <a:cs typeface="Cambria"/>
              </a:rPr>
              <a:t>s.</a:t>
            </a:r>
            <a:endParaRPr lang="en-IN" sz="2200" b="1" dirty="0">
              <a:latin typeface="Cambria"/>
              <a:cs typeface="Cambria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80950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759</Words>
  <Application>Microsoft Macintosh PowerPoint</Application>
  <PresentationFormat>Widescreen</PresentationFormat>
  <Paragraphs>175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Calibri</vt:lpstr>
      <vt:lpstr>Calibri Light</vt:lpstr>
      <vt:lpstr>Cambria</vt:lpstr>
      <vt:lpstr>Times New Roman</vt:lpstr>
      <vt:lpstr>Office Theme</vt:lpstr>
      <vt:lpstr>Loopway AI – Applied AI Platforms</vt:lpstr>
      <vt:lpstr>Our AI Portfolio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Loopway AI – Applied AI Platforms</dc:title>
  <dc:creator>Microsoft Office User</dc:creator>
  <cp:lastModifiedBy>Microsoft Office User</cp:lastModifiedBy>
  <cp:revision>1</cp:revision>
  <dcterms:created xsi:type="dcterms:W3CDTF">2026-01-02T18:57:02Z</dcterms:created>
  <dcterms:modified xsi:type="dcterms:W3CDTF">2026-01-02T19:57:43Z</dcterms:modified>
</cp:coreProperties>
</file>