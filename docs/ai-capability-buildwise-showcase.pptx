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BuildWise — AI-Enabled Construction Planning &amp; Decision Assistant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1) Core AI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LangChain orchestration with schema-enforced responses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Zod-based deterministic structured JSON parsers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OCR + PDF parsing pipeline (plans, specs, images)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Metadata tagging (rooms, trades, sheets, levels)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Chunking + embeddings for targeted retrieval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Vector search for semantic relevance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RAG with citations and evidence references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returns **stable, machine-consumable outputs**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supports **composable UI rendering**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avoids free-form hallucinated responses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integrates cleanly into planning &amp; budget workflows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2) Knowledge Center &amp; Multimodal Ingestion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plans &amp; blueprints (PDF)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images and annotated markups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trade documents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customer requirements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OCR + LLM parsing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text normalization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structural metadata extraction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chunking by: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home / project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trade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sheet / page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region (when coordinates exist)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high-precision retrieval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trade-specific context targeting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source-aware reasoning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3) Structured RAG Responses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answer summary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comparison tables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option cards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follow-up actions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citations &amp; document references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explainable decisions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repeatable workflows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auditable rationale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4) Plan Analysis + Requirements Fusion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plan analysis results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customer-stated requirements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trade logic &amp; domain knowledge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room &amp; area detection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trade planning (HVAC zones / tonnage ranges)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capacity guidance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cost band estimation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recommended configuration options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structured planning summary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per-trade breakdown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cost &amp; execution guidance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5) Rich Structured Chat + Workflow UI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comparison tables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option cards (pros / cons / attributes / ranges)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follow-up prompts as action chips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planning → budgeting workflow transitions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refine decisions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branch scenarios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attach docs &amp; plans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move outputs into budgeting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Vision AI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IoT &amp; sensor telemetry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crowd &amp; traffic analytics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incident detection &amp; correlation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AI-assisted operator workflows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1) Smart-City Data Fusion Core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camera snapshots &amp; detections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incident clips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IoT telemetry streams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asset &amp; zone metadata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historical event logs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assets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zones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cameras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events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time-series traces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real-time situational awareness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correlation analysis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temporal pattern discovery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2) Vision AI Capabilities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crowd density estimation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queue &amp; congestion analytics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pedestrian–vehicle interaction awareness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risk-zone monitoring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near-miss event detection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safety hazard indicators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event type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confidence score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affected assets / zones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severity level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recommended operator actions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3) GenAI-Driven Incident Intelligence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explains what happened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correlates across cameras + sensors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identifies contributing factors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recommends operational response paths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incident summary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impacted locations / assets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safety implications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escalation recommendations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source references (logs / detections / images)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4) Timeline Replay &amp; Historical Insight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event history timeline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back-in-time navigation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cross-sensor playback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incident evolution tracking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crowd movement reconstruction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operations audit review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safety &amp; risk analysis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“what changed over time” diagnostics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5) Operator-Focused AI UX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structured incident summaries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risk scoring cards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correlation insight panels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recommended playbooks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one-click follow-up actions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faster response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clearer decision-making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safer operational outcomes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applied AI system design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structured output engineering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multimodal reasoning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RAG &amp; context fusion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Vision AI + GenAI orchestration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workflow-embedded intelligence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enterprise-grade observability &amp; guardrails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BuildWise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BuildWise</dc:creator>
  <cp:lastModifiedBy>BuildWise</cp:lastModifiedBy>
  <cp:revision>1</cp:revision>
  <dcterms:created xsi:type="dcterms:W3CDTF">2025-12-31T20:33:48Z</dcterms:created>
  <dcterms:modified xsi:type="dcterms:W3CDTF">2025-12-31T20:33:48Z</dcterms:modified>
</cp:coreProperties>
</file>