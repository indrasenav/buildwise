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</a:rPr>
              <a:t>1) AI Capability Overview — Our Team</a:t>
            </a: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2) From Capability to Product: BuildWise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Built an AI-enabled construction management product: planning, analysis, rich chat, and budgeting.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Combines customer requirements, plan analysis, and trade workflows into actionable outputs.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Showcases our approach to context engineering and reliable structured responses.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Screenshot: BuildWise home/overview.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3) System Overview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LLM Orchestration: LangChain with structured output enforcement.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Deterministic Parsing: Zod schemas to guarantee correct JSON shape.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Knowledge Center: OCR + PDF extraction → chunking → embeddings → vector search.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RAG: Retrieve relevant chunks with sources; cite evidence.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Rich UI: Structured chat responses (tables/options/follow-ups); planning + budget flows.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Screenshot: High-level architecture diagram.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4) Prompts Library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Centralized prompt keys for consistent authoring and reuse per workflow/trade.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Template variables and actions (analyze/compare/generate) with role/context guidance.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Versionable and testable prompts; agent-specific tuning.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Screenshot: Prompts admin/listing screen.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5) Deterministic Output Parser (Structured JSON)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Zod + LangChain `withStructuredOutput` to enforce strict schema.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Required fields by contract; nullable/defaults for optionality.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Schema: answer, comparisons (tables), options (cards), followUps, sources.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Backward compatibility: normalization when legacy fields differ.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Screenshot: Zod schema snippet and rendered rich response.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6) Knowledge Center: OCR and PDF Extraction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Multi-modal ingestion: PDFs (plans/specs) and images.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OCR and parsing (incl. LlamaParse) → clean text + structural metadata.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Chunking with metadata (home/trade/doc/page) for targeted retrieval.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Vector index with embeddings for semantic search.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Screenshot: Knowledge ingest log and document list.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7) Retrieval-Augmented Generation (RAG)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Build queries from user prompt + selected documents/context.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Retrieve top-k semantic chunks; pack context window with sources.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Answers return citations; UI shows source titles/links.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Screenshot: Chat response with sources; “View source” demo.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8) Customized Chat Window (Rich, Structured UI)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Structured JSON → UI renders tables (comparisons), option cards (pros/cons/attributes/cost), follow-up question chips.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Event-driven UX: clicking follow-ups sends templated prompts; easy workflow chaining.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Multimodal: Optionally include images/PDFs for plan analysis.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Screenshot: Chat UI with comparisons, options, and follow-ups.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9) Plan Analysis + Requirements Fusion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Architecture Analysis: detect rooms, areas, and metadata from plans.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Trade Planning (e.g., HVAC): zones, capacity (tons), cost ranges, brand guidance.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Merge explicit customer requirements to tailor options and recommendations.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Screenshot: Planning screen showing detected rooms and trade recommendations.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10) Budget and Trade Financials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Per-trade planned cost range (from planning) vs. actual price; bids/contracts/invoices tracking.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Dedicated Budget page: bid comparison (PDFs), contracts upload, invoice management, payment status.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Trade detail “3-step” header: Planning → Budget → Execution navigation.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Screenshot: Budget overview and Trade Budget detail.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11) Context Engineering Methodology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Intake: Collect problem, goals, constraints, and available data.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Feasibility: Validate if AI is the right tool; align on success metrics.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Architecture: Models, retrieval (RAG), parsers, orchestration, guardrails.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Implementation: Prompts + structured outputs + data pipelines + rich UX.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Delivery: Evals, telemetry, cost controls, iteration loop.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Screenshot: Method checklist.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12) Enterprise Readiness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Observability: AI logs, prompts/outputs, latency/cost dashboards.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Evals: Scenario tests to prevent regressions in structured outputs and accuracy.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Security/Privacy: Scoped data access, source tracking, PII handling options.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Cost &amp; Performance: Caching, retrieval tuning, structured outputs to reduce retries.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Screenshot: Logs/evals dashboard mock.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13) Industry Use-Case Alignment (Examples)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Operations &amp; Quality: SOP retrieval, deviation analysis, structured checklists.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Procurement &amp; Bids: Side-by-side comparisons, requirement matching, lifecycle cost.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Service &amp; Maintenance: Multimodal troubleshooting (images/manuals) with cited steps.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Metrics: Time-to-answer, citation coverage, task completion accuracy.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Screenshot: Example comparison table tailored to a target process.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14) Tech Stack Summary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Backend: Node/Express, LangChain, Zod for structured outputs, Joi for REST validation.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Knowledge: OCR/PDF parsing (incl. LlamaParse), vector index for embeddings/RAG.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Frontend: React + MUI; rich structured chat renderers; planning and budget UIs.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Integrations: Event-driven prompts, multimodal analysis, bid comparison flows.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Screenshot: Stack diagram.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15) Next Steps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Select pilot scope and data sources; define KPIs and acceptance criteria.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Configure ingestion and RAG domains; tailor prompts and schemas.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Run evaluations; iterate on UX and guardrails; plan rollout.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Screenshot: Project plan/timeline.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BuildWise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BuildWise</dc:creator>
  <cp:lastModifiedBy>BuildWise</cp:lastModifiedBy>
  <cp:revision>1</cp:revision>
  <dcterms:created xsi:type="dcterms:W3CDTF">2025-12-31T19:13:23Z</dcterms:created>
  <dcterms:modified xsi:type="dcterms:W3CDTF">2025-12-31T19:13:23Z</dcterms:modified>
</cp:coreProperties>
</file>