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Nunito"/>
      <p:regular r:id="rId9"/>
      <p:bold r:id="rId10"/>
      <p:italic r:id="rId11"/>
      <p:boldItalic r:id="rId12"/>
    </p:embeddedFont>
    <p:embeddedFont>
      <p:font typeface="Manrope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3" Type="http://schemas.openxmlformats.org/officeDocument/2006/relationships/font" Target="fonts/Manrope-regular.fntdata"/><Relationship Id="rId12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regular.fntdata"/><Relationship Id="rId14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b6a7cef11c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" name="Google Shape;16;g3b6a7cef11c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6a7cef11c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" name="Google Shape;21;g3b6a7cef11c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b6a7cef11c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b6a7cef11c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Quarterly business review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8" name="Google Shape;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3" name="Google Shape;2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 rotWithShape="1">
          <a:blip r:embed="rId3">
            <a:alphaModFix/>
          </a:blip>
          <a:srcRect b="0" l="69" r="59" t="0"/>
          <a:stretch/>
        </p:blipFill>
        <p:spPr>
          <a:xfrm>
            <a:off x="-35700" y="0"/>
            <a:ext cx="9210675" cy="515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